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8"/>
  </p:notesMasterIdLst>
  <p:sldIdLst>
    <p:sldId id="256" r:id="rId2"/>
    <p:sldId id="260" r:id="rId3"/>
    <p:sldId id="261" r:id="rId4"/>
    <p:sldId id="262" r:id="rId5"/>
    <p:sldId id="297" r:id="rId6"/>
    <p:sldId id="296" r:id="rId7"/>
    <p:sldId id="298" r:id="rId8"/>
    <p:sldId id="299" r:id="rId9"/>
    <p:sldId id="300" r:id="rId10"/>
    <p:sldId id="302" r:id="rId11"/>
    <p:sldId id="268" r:id="rId12"/>
    <p:sldId id="301" r:id="rId13"/>
    <p:sldId id="264" r:id="rId14"/>
    <p:sldId id="303" r:id="rId15"/>
    <p:sldId id="304" r:id="rId16"/>
    <p:sldId id="305" r:id="rId17"/>
    <p:sldId id="308" r:id="rId18"/>
    <p:sldId id="307" r:id="rId19"/>
    <p:sldId id="310" r:id="rId20"/>
    <p:sldId id="306" r:id="rId21"/>
    <p:sldId id="309" r:id="rId22"/>
    <p:sldId id="311" r:id="rId23"/>
    <p:sldId id="312" r:id="rId24"/>
    <p:sldId id="313" r:id="rId25"/>
    <p:sldId id="274" r:id="rId26"/>
    <p:sldId id="314" r:id="rId27"/>
  </p:sldIdLst>
  <p:sldSz cx="9144000" cy="5143500" type="screen16x9"/>
  <p:notesSz cx="6858000" cy="9144000"/>
  <p:embeddedFontLst>
    <p:embeddedFont>
      <p:font typeface="Albert Sans" pitchFamily="2" charset="77"/>
      <p:regular r:id="rId29"/>
      <p:bold r:id="rId30"/>
      <p:italic r:id="rId31"/>
      <p:boldItalic r:id="rId32"/>
    </p:embeddedFont>
    <p:embeddedFont>
      <p:font typeface="DM Sans" pitchFamily="2" charset="77"/>
      <p:regular r:id="rId33"/>
      <p:bold r:id="rId34"/>
      <p:italic r:id="rId35"/>
      <p:boldItalic r:id="rId36"/>
    </p:embeddedFon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Mulish" pitchFamily="2" charset="77"/>
      <p:regular r:id="rId41"/>
      <p:bold r:id="rId42"/>
      <p:italic r:id="rId43"/>
      <p:boldItalic r:id="rId44"/>
    </p:embeddedFont>
    <p:embeddedFont>
      <p:font typeface="Nunito Light" panose="020F0302020204030204" pitchFamily="34" charset="0"/>
      <p:regular r:id="rId45"/>
      <p: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64F632-1AD2-42A0-9632-8BCEE13E64F6}">
  <a:tblStyle styleId="{5564F632-1AD2-42A0-9632-8BCEE13E64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0D6E7F2-9513-4B0A-9816-4016AFEB74D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2"/>
    <p:restoredTop sz="94754"/>
  </p:normalViewPr>
  <p:slideViewPr>
    <p:cSldViewPr snapToGrid="0">
      <p:cViewPr varScale="1">
        <p:scale>
          <a:sx n="132" d="100"/>
          <a:sy n="132" d="100"/>
        </p:scale>
        <p:origin x="9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>
          <a:extLst>
            <a:ext uri="{FF2B5EF4-FFF2-40B4-BE49-F238E27FC236}">
              <a16:creationId xmlns:a16="http://schemas.microsoft.com/office/drawing/2014/main" id="{65B030CE-14DA-19A8-9AB3-A0FFD9BD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>
            <a:extLst>
              <a:ext uri="{FF2B5EF4-FFF2-40B4-BE49-F238E27FC236}">
                <a16:creationId xmlns:a16="http://schemas.microsoft.com/office/drawing/2014/main" id="{720D993C-6250-BDB4-FF5A-A7A2A1440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>
            <a:extLst>
              <a:ext uri="{FF2B5EF4-FFF2-40B4-BE49-F238E27FC236}">
                <a16:creationId xmlns:a16="http://schemas.microsoft.com/office/drawing/2014/main" id="{0E96A71F-74C4-DA44-4FC7-68D197CFF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5176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>
          <a:extLst>
            <a:ext uri="{FF2B5EF4-FFF2-40B4-BE49-F238E27FC236}">
              <a16:creationId xmlns:a16="http://schemas.microsoft.com/office/drawing/2014/main" id="{2FFFAACA-4582-8677-92D5-3B5AB0A5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>
            <a:extLst>
              <a:ext uri="{FF2B5EF4-FFF2-40B4-BE49-F238E27FC236}">
                <a16:creationId xmlns:a16="http://schemas.microsoft.com/office/drawing/2014/main" id="{934FE13C-A696-7EA5-4976-C74F5EF29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>
            <a:extLst>
              <a:ext uri="{FF2B5EF4-FFF2-40B4-BE49-F238E27FC236}">
                <a16:creationId xmlns:a16="http://schemas.microsoft.com/office/drawing/2014/main" id="{3B7B7548-E0DF-68F6-8A4B-A14E686F1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6629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>
          <a:extLst>
            <a:ext uri="{FF2B5EF4-FFF2-40B4-BE49-F238E27FC236}">
              <a16:creationId xmlns:a16="http://schemas.microsoft.com/office/drawing/2014/main" id="{177C185E-E811-9E30-B75A-2AEB65F9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>
            <a:extLst>
              <a:ext uri="{FF2B5EF4-FFF2-40B4-BE49-F238E27FC236}">
                <a16:creationId xmlns:a16="http://schemas.microsoft.com/office/drawing/2014/main" id="{57CD4B0B-958F-C82A-2D7D-5E7A04931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>
            <a:extLst>
              <a:ext uri="{FF2B5EF4-FFF2-40B4-BE49-F238E27FC236}">
                <a16:creationId xmlns:a16="http://schemas.microsoft.com/office/drawing/2014/main" id="{26EAF839-3FB3-094B-B86E-19B3D7856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561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>
          <a:extLst>
            <a:ext uri="{FF2B5EF4-FFF2-40B4-BE49-F238E27FC236}">
              <a16:creationId xmlns:a16="http://schemas.microsoft.com/office/drawing/2014/main" id="{8CA082CA-4675-7284-24CF-5AA969CE7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>
            <a:extLst>
              <a:ext uri="{FF2B5EF4-FFF2-40B4-BE49-F238E27FC236}">
                <a16:creationId xmlns:a16="http://schemas.microsoft.com/office/drawing/2014/main" id="{2C23D8D4-1A3C-3797-57C2-3251B79495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>
            <a:extLst>
              <a:ext uri="{FF2B5EF4-FFF2-40B4-BE49-F238E27FC236}">
                <a16:creationId xmlns:a16="http://schemas.microsoft.com/office/drawing/2014/main" id="{1B604DD3-C655-73E8-1D01-EDCF935CF1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49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>
          <a:extLst>
            <a:ext uri="{FF2B5EF4-FFF2-40B4-BE49-F238E27FC236}">
              <a16:creationId xmlns:a16="http://schemas.microsoft.com/office/drawing/2014/main" id="{053AA5B0-D02A-7BA5-FBDB-46DB6EEF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>
            <a:extLst>
              <a:ext uri="{FF2B5EF4-FFF2-40B4-BE49-F238E27FC236}">
                <a16:creationId xmlns:a16="http://schemas.microsoft.com/office/drawing/2014/main" id="{3897EBBD-C4CF-86FF-0ADA-4B3D144A0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>
            <a:extLst>
              <a:ext uri="{FF2B5EF4-FFF2-40B4-BE49-F238E27FC236}">
                <a16:creationId xmlns:a16="http://schemas.microsoft.com/office/drawing/2014/main" id="{65C58837-95A1-4688-79AD-2DE088F10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4946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>
          <a:extLst>
            <a:ext uri="{FF2B5EF4-FFF2-40B4-BE49-F238E27FC236}">
              <a16:creationId xmlns:a16="http://schemas.microsoft.com/office/drawing/2014/main" id="{9E50C55A-EC4A-35E1-2941-1D04F234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>
            <a:extLst>
              <a:ext uri="{FF2B5EF4-FFF2-40B4-BE49-F238E27FC236}">
                <a16:creationId xmlns:a16="http://schemas.microsoft.com/office/drawing/2014/main" id="{D4ED8704-EB7B-BEE1-7791-E373EDCC5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>
            <a:extLst>
              <a:ext uri="{FF2B5EF4-FFF2-40B4-BE49-F238E27FC236}">
                <a16:creationId xmlns:a16="http://schemas.microsoft.com/office/drawing/2014/main" id="{3C64A6E1-4DEC-501A-6017-FA857B8AD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4841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>
          <a:extLst>
            <a:ext uri="{FF2B5EF4-FFF2-40B4-BE49-F238E27FC236}">
              <a16:creationId xmlns:a16="http://schemas.microsoft.com/office/drawing/2014/main" id="{4518EBF1-1A99-8276-EEF3-5AEDD51B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54dda1946d_4_2720:notes">
            <a:extLst>
              <a:ext uri="{FF2B5EF4-FFF2-40B4-BE49-F238E27FC236}">
                <a16:creationId xmlns:a16="http://schemas.microsoft.com/office/drawing/2014/main" id="{20EBF266-AA08-001F-2682-A42D939DE8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54dda1946d_4_2720:notes">
            <a:extLst>
              <a:ext uri="{FF2B5EF4-FFF2-40B4-BE49-F238E27FC236}">
                <a16:creationId xmlns:a16="http://schemas.microsoft.com/office/drawing/2014/main" id="{9F828E14-9177-EA02-39C7-72C9B7152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8143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>
          <a:extLst>
            <a:ext uri="{FF2B5EF4-FFF2-40B4-BE49-F238E27FC236}">
              <a16:creationId xmlns:a16="http://schemas.microsoft.com/office/drawing/2014/main" id="{CE5BF26E-32CB-6F5B-01C8-60EC0C5FA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>
            <a:extLst>
              <a:ext uri="{FF2B5EF4-FFF2-40B4-BE49-F238E27FC236}">
                <a16:creationId xmlns:a16="http://schemas.microsoft.com/office/drawing/2014/main" id="{BA5CC448-F91F-7722-D5A6-2ACA843CEB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>
            <a:extLst>
              <a:ext uri="{FF2B5EF4-FFF2-40B4-BE49-F238E27FC236}">
                <a16:creationId xmlns:a16="http://schemas.microsoft.com/office/drawing/2014/main" id="{4B2F226A-9FCF-F04C-8217-EE40A11337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816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>
          <a:extLst>
            <a:ext uri="{FF2B5EF4-FFF2-40B4-BE49-F238E27FC236}">
              <a16:creationId xmlns:a16="http://schemas.microsoft.com/office/drawing/2014/main" id="{35E95CC9-996D-8F25-5065-66646BFEF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54dda1946d_4_2720:notes">
            <a:extLst>
              <a:ext uri="{FF2B5EF4-FFF2-40B4-BE49-F238E27FC236}">
                <a16:creationId xmlns:a16="http://schemas.microsoft.com/office/drawing/2014/main" id="{98C0473D-E0DB-B5BE-3C5C-210EBE9D1E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54dda1946d_4_2720:notes">
            <a:extLst>
              <a:ext uri="{FF2B5EF4-FFF2-40B4-BE49-F238E27FC236}">
                <a16:creationId xmlns:a16="http://schemas.microsoft.com/office/drawing/2014/main" id="{D1FF4EF4-1AD9-EAA3-BF60-8735DC5F12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521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>
          <a:extLst>
            <a:ext uri="{FF2B5EF4-FFF2-40B4-BE49-F238E27FC236}">
              <a16:creationId xmlns:a16="http://schemas.microsoft.com/office/drawing/2014/main" id="{4ED21E9C-6170-3AF1-4CB3-80E98D11F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54dda1946d_4_2720:notes">
            <a:extLst>
              <a:ext uri="{FF2B5EF4-FFF2-40B4-BE49-F238E27FC236}">
                <a16:creationId xmlns:a16="http://schemas.microsoft.com/office/drawing/2014/main" id="{89B3A9FF-61CE-8A36-F90B-3C454DF919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54dda1946d_4_2720:notes">
            <a:extLst>
              <a:ext uri="{FF2B5EF4-FFF2-40B4-BE49-F238E27FC236}">
                <a16:creationId xmlns:a16="http://schemas.microsoft.com/office/drawing/2014/main" id="{4E610600-E969-81A5-CFC3-12FB606606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3526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>
          <a:extLst>
            <a:ext uri="{FF2B5EF4-FFF2-40B4-BE49-F238E27FC236}">
              <a16:creationId xmlns:a16="http://schemas.microsoft.com/office/drawing/2014/main" id="{A3356753-D945-C99B-DFBD-CE46EE07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54dda1946d_4_2720:notes">
            <a:extLst>
              <a:ext uri="{FF2B5EF4-FFF2-40B4-BE49-F238E27FC236}">
                <a16:creationId xmlns:a16="http://schemas.microsoft.com/office/drawing/2014/main" id="{4DF49E83-1936-DCAB-F460-EDAF84811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54dda1946d_4_2720:notes">
            <a:extLst>
              <a:ext uri="{FF2B5EF4-FFF2-40B4-BE49-F238E27FC236}">
                <a16:creationId xmlns:a16="http://schemas.microsoft.com/office/drawing/2014/main" id="{7D96E499-4971-148F-D268-6C0D58D7F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90883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>
          <a:extLst>
            <a:ext uri="{FF2B5EF4-FFF2-40B4-BE49-F238E27FC236}">
              <a16:creationId xmlns:a16="http://schemas.microsoft.com/office/drawing/2014/main" id="{5C137D3D-E6C7-5590-5E4E-7781C889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54dda1946d_4_2720:notes">
            <a:extLst>
              <a:ext uri="{FF2B5EF4-FFF2-40B4-BE49-F238E27FC236}">
                <a16:creationId xmlns:a16="http://schemas.microsoft.com/office/drawing/2014/main" id="{F27C09A1-B944-9BB9-5866-95AD94FB9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54dda1946d_4_2720:notes">
            <a:extLst>
              <a:ext uri="{FF2B5EF4-FFF2-40B4-BE49-F238E27FC236}">
                <a16:creationId xmlns:a16="http://schemas.microsoft.com/office/drawing/2014/main" id="{8FC5763F-CBBC-454E-3C28-ECEFB7F54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7238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>
          <a:extLst>
            <a:ext uri="{FF2B5EF4-FFF2-40B4-BE49-F238E27FC236}">
              <a16:creationId xmlns:a16="http://schemas.microsoft.com/office/drawing/2014/main" id="{3BB39821-2685-22DD-51DC-248F8E27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>
            <a:extLst>
              <a:ext uri="{FF2B5EF4-FFF2-40B4-BE49-F238E27FC236}">
                <a16:creationId xmlns:a16="http://schemas.microsoft.com/office/drawing/2014/main" id="{82608CD9-9B1D-BF9F-99D4-7F0D5DA4F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>
            <a:extLst>
              <a:ext uri="{FF2B5EF4-FFF2-40B4-BE49-F238E27FC236}">
                <a16:creationId xmlns:a16="http://schemas.microsoft.com/office/drawing/2014/main" id="{1C1115FC-B9BE-9157-8833-2AF954F2B9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7985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>
          <a:extLst>
            <a:ext uri="{FF2B5EF4-FFF2-40B4-BE49-F238E27FC236}">
              <a16:creationId xmlns:a16="http://schemas.microsoft.com/office/drawing/2014/main" id="{DF0D6BF5-0F28-3FF7-2A7A-5148707E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54dda1946d_4_2720:notes">
            <a:extLst>
              <a:ext uri="{FF2B5EF4-FFF2-40B4-BE49-F238E27FC236}">
                <a16:creationId xmlns:a16="http://schemas.microsoft.com/office/drawing/2014/main" id="{5139CACF-9694-17BA-991E-F9A1E5E61A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54dda1946d_4_2720:notes">
            <a:extLst>
              <a:ext uri="{FF2B5EF4-FFF2-40B4-BE49-F238E27FC236}">
                <a16:creationId xmlns:a16="http://schemas.microsoft.com/office/drawing/2014/main" id="{E1E509BD-77CF-0F12-0FE6-91955E015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5072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>
          <a:extLst>
            <a:ext uri="{FF2B5EF4-FFF2-40B4-BE49-F238E27FC236}">
              <a16:creationId xmlns:a16="http://schemas.microsoft.com/office/drawing/2014/main" id="{EAC2CE49-8A81-D29A-FB88-0E41790C4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54dda1946d_4_2720:notes">
            <a:extLst>
              <a:ext uri="{FF2B5EF4-FFF2-40B4-BE49-F238E27FC236}">
                <a16:creationId xmlns:a16="http://schemas.microsoft.com/office/drawing/2014/main" id="{4D650B7D-4907-F575-9A27-B16C0CDC11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54dda1946d_4_2720:notes">
            <a:extLst>
              <a:ext uri="{FF2B5EF4-FFF2-40B4-BE49-F238E27FC236}">
                <a16:creationId xmlns:a16="http://schemas.microsoft.com/office/drawing/2014/main" id="{1C463FB3-9A62-7939-BE03-09013C48E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34163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>
          <a:extLst>
            <a:ext uri="{FF2B5EF4-FFF2-40B4-BE49-F238E27FC236}">
              <a16:creationId xmlns:a16="http://schemas.microsoft.com/office/drawing/2014/main" id="{D4E3C102-C0DA-48F6-8F1A-20D46E39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>
            <a:extLst>
              <a:ext uri="{FF2B5EF4-FFF2-40B4-BE49-F238E27FC236}">
                <a16:creationId xmlns:a16="http://schemas.microsoft.com/office/drawing/2014/main" id="{77024D4A-DD3D-6334-77DC-78F35D1CE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>
            <a:extLst>
              <a:ext uri="{FF2B5EF4-FFF2-40B4-BE49-F238E27FC236}">
                <a16:creationId xmlns:a16="http://schemas.microsoft.com/office/drawing/2014/main" id="{F01974C2-B08A-CA5B-2204-B33146982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66687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>
          <a:extLst>
            <a:ext uri="{FF2B5EF4-FFF2-40B4-BE49-F238E27FC236}">
              <a16:creationId xmlns:a16="http://schemas.microsoft.com/office/drawing/2014/main" id="{399D7E82-B59F-FFBB-2554-944C3061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>
            <a:extLst>
              <a:ext uri="{FF2B5EF4-FFF2-40B4-BE49-F238E27FC236}">
                <a16:creationId xmlns:a16="http://schemas.microsoft.com/office/drawing/2014/main" id="{806A8E18-7875-6D71-BD14-247C5EA6C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>
            <a:extLst>
              <a:ext uri="{FF2B5EF4-FFF2-40B4-BE49-F238E27FC236}">
                <a16:creationId xmlns:a16="http://schemas.microsoft.com/office/drawing/2014/main" id="{D23D4E3F-8CB0-F6D4-27CA-BF519D8E2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1917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3" name="Google Shape;13;p2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" name="Google Shape;21;p2"/>
              <p:cNvCxnSpPr>
                <a:stCxn id="17" idx="5"/>
                <a:endCxn id="16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>
                <a:stCxn id="18" idx="4"/>
                <a:endCxn id="16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>
                <a:stCxn id="13" idx="6"/>
                <a:endCxn id="16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>
                <a:stCxn id="13" idx="0"/>
                <a:endCxn id="17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>
                <a:stCxn id="17" idx="7"/>
                <a:endCxn id="18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>
                <a:stCxn id="18" idx="6"/>
                <a:endCxn id="14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>
                <a:stCxn id="16" idx="7"/>
                <a:endCxn id="14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>
                <a:stCxn id="13" idx="5"/>
                <a:endCxn id="19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>
                <a:stCxn id="19" idx="7"/>
                <a:endCxn id="16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>
                <a:stCxn id="19" idx="7"/>
                <a:endCxn id="15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>
                <a:stCxn id="15" idx="0"/>
                <a:endCxn id="16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>
                <a:stCxn id="15" idx="7"/>
                <a:endCxn id="20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>
                <a:stCxn id="20" idx="1"/>
                <a:endCxn id="14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>
                <a:stCxn id="17" idx="6"/>
                <a:endCxn id="20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>
                <a:stCxn id="14" idx="4"/>
                <a:endCxn id="15" idx="0"/>
              </p:cNvCxnSpPr>
              <p:nvPr/>
            </p:nvCxnSpPr>
            <p:spPr>
              <a:xfrm rot="10800000" flipH="1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>
                <a:stCxn id="13" idx="5"/>
                <a:endCxn id="15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" name="Google Shape;37;p2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" name="Google Shape;38;p2"/>
              <p:cNvCxnSpPr>
                <a:stCxn id="20" idx="2"/>
                <a:endCxn id="37" idx="7"/>
              </p:cNvCxnSpPr>
              <p:nvPr/>
            </p:nvCxnSpPr>
            <p:spPr>
              <a:xfrm rot="10800000" flipH="1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>
                <a:stCxn id="37" idx="2"/>
                <a:endCxn id="15" idx="6"/>
              </p:cNvCxnSpPr>
              <p:nvPr/>
            </p:nvCxnSpPr>
            <p:spPr>
              <a:xfrm rot="10800000" flipH="1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>
                <a:stCxn id="37" idx="0"/>
                <a:endCxn id="14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2"/>
              <p:cNvCxnSpPr>
                <a:stCxn id="37" idx="1"/>
                <a:endCxn id="16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" name="Google Shape;42;p2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" name="Google Shape;43;p2"/>
              <p:cNvCxnSpPr>
                <a:stCxn id="15" idx="2"/>
                <a:endCxn id="42" idx="6"/>
              </p:cNvCxnSpPr>
              <p:nvPr/>
            </p:nvCxnSpPr>
            <p:spPr>
              <a:xfrm rot="10800000" flipH="1">
                <a:off x="7964519" y="3286840"/>
                <a:ext cx="818400" cy="66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44;p2"/>
              <p:cNvCxnSpPr>
                <a:stCxn id="42" idx="1"/>
                <a:endCxn id="19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5" name="Google Shape;45;p2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46" name="Google Shape;46;p2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" name="Google Shape;54;p2"/>
              <p:cNvCxnSpPr>
                <a:stCxn id="50" idx="5"/>
                <a:endCxn id="49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2"/>
              <p:cNvCxnSpPr>
                <a:stCxn id="51" idx="4"/>
                <a:endCxn id="49" idx="0"/>
              </p:cNvCxnSpPr>
              <p:nvPr/>
            </p:nvCxnSpPr>
            <p:spPr>
              <a:xfrm rot="10800000" flipH="1">
                <a:off x="354078" y="792908"/>
                <a:ext cx="86100" cy="171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2"/>
              <p:cNvCxnSpPr>
                <a:stCxn id="46" idx="6"/>
                <a:endCxn id="50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2"/>
              <p:cNvCxnSpPr>
                <a:stCxn id="50" idx="7"/>
                <a:endCxn id="51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2"/>
              <p:cNvCxnSpPr>
                <a:stCxn id="51" idx="6"/>
                <a:endCxn id="47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2"/>
              <p:cNvCxnSpPr>
                <a:stCxn id="49" idx="7"/>
                <a:endCxn id="47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2"/>
              <p:cNvCxnSpPr>
                <a:stCxn id="46" idx="6"/>
                <a:endCxn id="52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2"/>
              <p:cNvCxnSpPr>
                <a:stCxn id="52" idx="7"/>
                <a:endCxn id="49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2"/>
              <p:cNvCxnSpPr>
                <a:stCxn id="52" idx="5"/>
                <a:endCxn id="48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2"/>
              <p:cNvCxnSpPr>
                <a:stCxn id="48" idx="0"/>
                <a:endCxn id="49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2"/>
              <p:cNvCxnSpPr>
                <a:stCxn id="48" idx="7"/>
                <a:endCxn id="53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65;p2"/>
              <p:cNvCxnSpPr>
                <a:stCxn id="49" idx="6"/>
                <a:endCxn id="53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2"/>
              <p:cNvCxnSpPr>
                <a:stCxn id="53" idx="0"/>
                <a:endCxn id="47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2"/>
              <p:cNvCxnSpPr>
                <a:stCxn id="51" idx="5"/>
                <a:endCxn id="53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2"/>
              <p:cNvCxnSpPr>
                <a:stCxn id="50" idx="6"/>
                <a:endCxn id="53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2"/>
              <p:cNvCxnSpPr>
                <a:stCxn id="50" idx="4"/>
                <a:endCxn id="48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2"/>
              <p:cNvCxnSpPr>
                <a:stCxn id="47" idx="4"/>
                <a:endCxn id="48" idx="7"/>
              </p:cNvCxnSpPr>
              <p:nvPr/>
            </p:nvCxnSpPr>
            <p:spPr>
              <a:xfrm rot="10800000" flipH="1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2"/>
              <p:cNvCxnSpPr>
                <a:stCxn id="46" idx="6"/>
                <a:endCxn id="48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" name="Google Shape;72;p2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" name="Google Shape;73;p2"/>
              <p:cNvCxnSpPr>
                <a:stCxn id="53" idx="4"/>
                <a:endCxn id="72" idx="7"/>
              </p:cNvCxnSpPr>
              <p:nvPr/>
            </p:nvCxnSpPr>
            <p:spPr>
              <a:xfrm rot="10800000" flipH="1">
                <a:off x="-769191" y="-728710"/>
                <a:ext cx="19200" cy="126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2"/>
              <p:cNvCxnSpPr>
                <a:stCxn id="72" idx="2"/>
                <a:endCxn id="48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2"/>
              <p:cNvCxnSpPr>
                <a:stCxn id="72" idx="0"/>
                <a:endCxn id="47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2"/>
              <p:cNvCxnSpPr>
                <a:stCxn id="72" idx="1"/>
                <a:endCxn id="49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" name="Google Shape;77;p2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" name="Google Shape;78;p2"/>
              <p:cNvCxnSpPr>
                <a:stCxn id="72" idx="2"/>
                <a:endCxn id="77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Google Shape;79;p2"/>
              <p:cNvCxnSpPr>
                <a:stCxn id="77" idx="1"/>
                <a:endCxn id="52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>
            <a:spLocks noGrp="1"/>
          </p:cNvSpPr>
          <p:nvPr>
            <p:ph type="subTitle" idx="1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5" name="Google Shape;85;p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6" name="Google Shape;86;p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" name="Google Shape;94;p3"/>
              <p:cNvCxnSpPr>
                <a:stCxn id="90" idx="5"/>
                <a:endCxn id="8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Google Shape;95;p3"/>
              <p:cNvCxnSpPr>
                <a:stCxn id="91" idx="4"/>
                <a:endCxn id="8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" name="Google Shape;96;p3"/>
              <p:cNvCxnSpPr>
                <a:stCxn id="86" idx="6"/>
                <a:endCxn id="9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" name="Google Shape;97;p3"/>
              <p:cNvCxnSpPr>
                <a:stCxn id="90" idx="7"/>
                <a:endCxn id="9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>
                <a:stCxn id="91" idx="6"/>
                <a:endCxn id="8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>
                <a:stCxn id="89" idx="7"/>
                <a:endCxn id="8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>
                <a:stCxn id="86" idx="6"/>
                <a:endCxn id="9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>
                <a:stCxn id="92" idx="6"/>
                <a:endCxn id="8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3"/>
              <p:cNvCxnSpPr>
                <a:stCxn id="92" idx="6"/>
                <a:endCxn id="8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3"/>
              <p:cNvCxnSpPr>
                <a:stCxn id="88" idx="7"/>
                <a:endCxn id="9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>
                <a:stCxn id="89" idx="6"/>
                <a:endCxn id="9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>
                <a:stCxn id="93" idx="0"/>
                <a:endCxn id="8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>
                <a:stCxn id="91" idx="5"/>
                <a:endCxn id="9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3"/>
              <p:cNvCxnSpPr>
                <a:stCxn id="90" idx="6"/>
                <a:endCxn id="9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3"/>
              <p:cNvCxnSpPr>
                <a:stCxn id="90" idx="4"/>
                <a:endCxn id="8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" name="Google Shape;109;p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" name="Google Shape;110;p3"/>
              <p:cNvCxnSpPr>
                <a:stCxn id="93" idx="4"/>
                <a:endCxn id="10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3"/>
              <p:cNvCxnSpPr>
                <a:stCxn id="109" idx="1"/>
                <a:endCxn id="8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3"/>
              <p:cNvCxnSpPr>
                <a:stCxn id="109" idx="1"/>
                <a:endCxn id="8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" name="Google Shape;114;p3"/>
              <p:cNvCxnSpPr>
                <a:stCxn id="91" idx="0"/>
                <a:endCxn id="11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3"/>
              <p:cNvCxnSpPr>
                <a:stCxn id="87" idx="0"/>
                <a:endCxn id="11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6" name="Google Shape;116;p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7" name="Google Shape;117;p3"/>
              <p:cNvSpPr/>
              <p:nvPr/>
            </p:nvSpPr>
            <p:spPr>
              <a:xfrm rot="10800000" flipH="1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 rot="10800000" flipH="1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rot="10800000" flipH="1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rot="10800000" flipH="1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rot="10800000" flipH="1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 rot="10800000" flipH="1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 rot="10800000" flipH="1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 rot="10800000" flipH="1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" name="Google Shape;125;p3"/>
              <p:cNvCxnSpPr>
                <a:stCxn id="121" idx="5"/>
                <a:endCxn id="120" idx="1"/>
              </p:cNvCxnSpPr>
              <p:nvPr/>
            </p:nvCxnSpPr>
            <p:spPr>
              <a:xfrm rot="10800000" flipH="1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126;p3"/>
              <p:cNvCxnSpPr>
                <a:stCxn id="122" idx="4"/>
                <a:endCxn id="12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3"/>
              <p:cNvCxnSpPr>
                <a:stCxn id="117" idx="6"/>
                <a:endCxn id="12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3"/>
              <p:cNvCxnSpPr>
                <a:stCxn id="117" idx="0"/>
                <a:endCxn id="12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3"/>
              <p:cNvCxnSpPr>
                <a:stCxn id="121" idx="7"/>
                <a:endCxn id="12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3"/>
              <p:cNvCxnSpPr>
                <a:stCxn id="122" idx="6"/>
                <a:endCxn id="118" idx="2"/>
              </p:cNvCxnSpPr>
              <p:nvPr/>
            </p:nvCxnSpPr>
            <p:spPr>
              <a:xfrm rot="10800000" flipH="1">
                <a:off x="8977929" y="6021808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3"/>
              <p:cNvCxnSpPr>
                <a:stCxn id="120" idx="7"/>
                <a:endCxn id="11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3"/>
              <p:cNvCxnSpPr>
                <a:stCxn id="117" idx="5"/>
                <a:endCxn id="123" idx="1"/>
              </p:cNvCxnSpPr>
              <p:nvPr/>
            </p:nvCxnSpPr>
            <p:spPr>
              <a:xfrm rot="10800000" flipH="1">
                <a:off x="7154690" y="4207177"/>
                <a:ext cx="823500" cy="63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3"/>
              <p:cNvCxnSpPr>
                <a:stCxn id="123" idx="7"/>
                <a:endCxn id="12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3"/>
              <p:cNvCxnSpPr>
                <a:stCxn id="123" idx="7"/>
                <a:endCxn id="119" idx="1"/>
              </p:cNvCxnSpPr>
              <p:nvPr/>
            </p:nvCxnSpPr>
            <p:spPr>
              <a:xfrm rot="10800000" flipH="1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3"/>
              <p:cNvCxnSpPr>
                <a:stCxn id="119" idx="0"/>
                <a:endCxn id="12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3"/>
              <p:cNvCxnSpPr>
                <a:stCxn id="124" idx="1"/>
                <a:endCxn id="11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3"/>
              <p:cNvCxnSpPr>
                <a:stCxn id="121" idx="6"/>
                <a:endCxn id="124" idx="1"/>
              </p:cNvCxnSpPr>
              <p:nvPr/>
            </p:nvCxnSpPr>
            <p:spPr>
              <a:xfrm rot="10800000" flipH="1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3"/>
              <p:cNvCxnSpPr>
                <a:stCxn id="118" idx="4"/>
                <a:endCxn id="11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9" name="Google Shape;139;p3"/>
              <p:cNvSpPr/>
              <p:nvPr/>
            </p:nvSpPr>
            <p:spPr>
              <a:xfrm rot="10800000" flipH="1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" name="Google Shape;140;p3"/>
              <p:cNvCxnSpPr>
                <a:stCxn id="124" idx="2"/>
                <a:endCxn id="13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434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" name="Google Shape;141;p3"/>
              <p:cNvCxnSpPr>
                <a:stCxn id="139" idx="2"/>
                <a:endCxn id="11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3"/>
              <p:cNvCxnSpPr>
                <a:stCxn id="139" idx="0"/>
                <a:endCxn id="11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3"/>
              <p:cNvCxnSpPr>
                <a:stCxn id="139" idx="1"/>
                <a:endCxn id="12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" name="Google Shape;144;p3"/>
              <p:cNvSpPr/>
              <p:nvPr/>
            </p:nvSpPr>
            <p:spPr>
              <a:xfrm rot="10800000" flipH="1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5" name="Google Shape;145;p3"/>
              <p:cNvCxnSpPr>
                <a:stCxn id="119" idx="3"/>
                <a:endCxn id="14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3"/>
              <p:cNvCxnSpPr>
                <a:stCxn id="144" idx="0"/>
                <a:endCxn id="12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3"/>
              <p:cNvSpPr/>
              <p:nvPr/>
            </p:nvSpPr>
            <p:spPr>
              <a:xfrm rot="10800000" flipH="1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" name="Google Shape;148;p3"/>
              <p:cNvCxnSpPr>
                <a:stCxn id="117" idx="6"/>
                <a:endCxn id="147" idx="2"/>
              </p:cNvCxnSpPr>
              <p:nvPr/>
            </p:nvCxnSpPr>
            <p:spPr>
              <a:xfrm rot="10800000" flipH="1">
                <a:off x="7183159" y="4777208"/>
                <a:ext cx="790800" cy="13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3"/>
              <p:cNvCxnSpPr>
                <a:stCxn id="123" idx="0"/>
                <a:endCxn id="14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" name="Google Shape;150;p3"/>
              <p:cNvCxnSpPr>
                <a:stCxn id="147" idx="6"/>
                <a:endCxn id="12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1" name="Google Shape;151;p3"/>
              <p:cNvSpPr/>
              <p:nvPr/>
            </p:nvSpPr>
            <p:spPr>
              <a:xfrm rot="10800000" flipH="1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2" name="Google Shape;152;p3"/>
              <p:cNvCxnSpPr>
                <a:stCxn id="144" idx="5"/>
                <a:endCxn id="151" idx="1"/>
              </p:cNvCxnSpPr>
              <p:nvPr/>
            </p:nvCxnSpPr>
            <p:spPr>
              <a:xfrm rot="10800000" flipH="1">
                <a:off x="8426122" y="2474926"/>
                <a:ext cx="384900" cy="34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" name="Google Shape;153;p3"/>
              <p:cNvCxnSpPr>
                <a:stCxn id="151" idx="7"/>
                <a:endCxn id="11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" name="Google Shape;154;p3"/>
              <p:cNvSpPr/>
              <p:nvPr/>
            </p:nvSpPr>
            <p:spPr>
              <a:xfrm rot="10800000" flipH="1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" name="Google Shape;155;p3"/>
              <p:cNvCxnSpPr>
                <a:stCxn id="144" idx="0"/>
                <a:endCxn id="15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3"/>
              <p:cNvCxnSpPr>
                <a:stCxn id="154" idx="1"/>
                <a:endCxn id="12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" name="Google Shape;157;p3"/>
              <p:cNvCxnSpPr>
                <a:stCxn id="154" idx="6"/>
                <a:endCxn id="11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"/>
          <p:cNvSpPr txBox="1">
            <a:spLocks noGrp="1"/>
          </p:cNvSpPr>
          <p:nvPr>
            <p:ph type="subTitle" idx="1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"/>
          <p:cNvSpPr txBox="1">
            <a:spLocks noGrp="1"/>
          </p:cNvSpPr>
          <p:nvPr>
            <p:ph type="subTitle" idx="2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"/>
          <p:cNvSpPr txBox="1">
            <a:spLocks noGrp="1"/>
          </p:cNvSpPr>
          <p:nvPr>
            <p:ph type="subTitle" idx="3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5" name="Google Shape;235;p5"/>
          <p:cNvSpPr txBox="1">
            <a:spLocks noGrp="1"/>
          </p:cNvSpPr>
          <p:nvPr>
            <p:ph type="subTitle" idx="4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36" name="Google Shape;236;p5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237" name="Google Shape;237;p5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238" name="Google Shape;238;p5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6" name="Google Shape;246;p5"/>
              <p:cNvCxnSpPr>
                <a:stCxn id="242" idx="5"/>
                <a:endCxn id="241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247;p5"/>
              <p:cNvCxnSpPr>
                <a:stCxn id="243" idx="4"/>
                <a:endCxn id="241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8" name="Google Shape;248;p5"/>
              <p:cNvCxnSpPr>
                <a:stCxn id="238" idx="6"/>
                <a:endCxn id="242" idx="3"/>
              </p:cNvCxnSpPr>
              <p:nvPr/>
            </p:nvCxnSpPr>
            <p:spPr>
              <a:xfrm rot="10800000" flipH="1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9" name="Google Shape;249;p5"/>
              <p:cNvCxnSpPr>
                <a:stCxn id="242" idx="7"/>
                <a:endCxn id="243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0" name="Google Shape;250;p5"/>
              <p:cNvCxnSpPr>
                <a:stCxn id="243" idx="6"/>
                <a:endCxn id="239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1" name="Google Shape;251;p5"/>
              <p:cNvCxnSpPr>
                <a:stCxn id="241" idx="7"/>
                <a:endCxn id="239" idx="3"/>
              </p:cNvCxnSpPr>
              <p:nvPr/>
            </p:nvCxnSpPr>
            <p:spPr>
              <a:xfrm rot="10800000" flipH="1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5"/>
              <p:cNvCxnSpPr>
                <a:stCxn id="238" idx="6"/>
                <a:endCxn id="244" idx="1"/>
              </p:cNvCxnSpPr>
              <p:nvPr/>
            </p:nvCxnSpPr>
            <p:spPr>
              <a:xfrm rot="10800000" flipH="1">
                <a:off x="4805134" y="-52469"/>
                <a:ext cx="1464300" cy="28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3" name="Google Shape;253;p5"/>
              <p:cNvCxnSpPr>
                <a:stCxn id="244" idx="6"/>
                <a:endCxn id="241" idx="2"/>
              </p:cNvCxnSpPr>
              <p:nvPr/>
            </p:nvCxnSpPr>
            <p:spPr>
              <a:xfrm rot="10800000" flipH="1">
                <a:off x="6387451" y="-698855"/>
                <a:ext cx="623400" cy="62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" name="Google Shape;254;p5"/>
              <p:cNvCxnSpPr>
                <a:stCxn id="244" idx="5"/>
                <a:endCxn id="240" idx="1"/>
              </p:cNvCxnSpPr>
              <p:nvPr/>
            </p:nvCxnSpPr>
            <p:spPr>
              <a:xfrm rot="10800000" flipH="1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5" name="Google Shape;255;p5"/>
              <p:cNvCxnSpPr>
                <a:stCxn id="240" idx="0"/>
                <a:endCxn id="241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5"/>
              <p:cNvCxnSpPr>
                <a:stCxn id="240" idx="7"/>
                <a:endCxn id="245" idx="3"/>
              </p:cNvCxnSpPr>
              <p:nvPr/>
            </p:nvCxnSpPr>
            <p:spPr>
              <a:xfrm rot="10800000" flipH="1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5"/>
              <p:cNvCxnSpPr>
                <a:stCxn id="241" idx="6"/>
                <a:endCxn id="245" idx="2"/>
              </p:cNvCxnSpPr>
              <p:nvPr/>
            </p:nvCxnSpPr>
            <p:spPr>
              <a:xfrm rot="10800000" flipH="1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5"/>
              <p:cNvCxnSpPr>
                <a:stCxn id="245" idx="0"/>
                <a:endCxn id="239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5"/>
              <p:cNvCxnSpPr>
                <a:stCxn id="243" idx="5"/>
                <a:endCxn id="245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5"/>
              <p:cNvCxnSpPr>
                <a:stCxn id="242" idx="6"/>
                <a:endCxn id="245" idx="1"/>
              </p:cNvCxnSpPr>
              <p:nvPr/>
            </p:nvCxnSpPr>
            <p:spPr>
              <a:xfrm rot="10800000" flipH="1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5"/>
              <p:cNvCxnSpPr>
                <a:stCxn id="242" idx="4"/>
                <a:endCxn id="240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5"/>
              <p:cNvCxnSpPr>
                <a:stCxn id="239" idx="4"/>
                <a:endCxn id="240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3" name="Google Shape;263;p5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4" name="Google Shape;264;p5"/>
              <p:cNvCxnSpPr>
                <a:stCxn id="245" idx="4"/>
                <a:endCxn id="263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" name="Google Shape;265;p5"/>
              <p:cNvCxnSpPr>
                <a:stCxn id="263" idx="1"/>
                <a:endCxn id="240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6" name="Google Shape;266;p5"/>
              <p:cNvCxnSpPr>
                <a:stCxn id="263" idx="0"/>
                <a:endCxn id="239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5"/>
              <p:cNvCxnSpPr>
                <a:stCxn id="263" idx="1"/>
                <a:endCxn id="241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8" name="Google Shape;268;p5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9" name="Google Shape;269;p5"/>
              <p:cNvCxnSpPr>
                <a:stCxn id="263" idx="2"/>
                <a:endCxn id="268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5"/>
              <p:cNvCxnSpPr>
                <a:stCxn id="268" idx="1"/>
                <a:endCxn id="244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5"/>
              <p:cNvCxnSpPr>
                <a:stCxn id="268" idx="7"/>
                <a:endCxn id="240" idx="3"/>
              </p:cNvCxnSpPr>
              <p:nvPr/>
            </p:nvCxnSpPr>
            <p:spPr>
              <a:xfrm rot="10800000" flipH="1">
                <a:off x="7800600" y="65689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2" name="Google Shape;272;p5"/>
            <p:cNvGrpSpPr/>
            <p:nvPr/>
          </p:nvGrpSpPr>
          <p:grpSpPr>
            <a:xfrm rot="10800000" flipH="1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273" name="Google Shape;273;p5"/>
              <p:cNvCxnSpPr>
                <a:stCxn id="274" idx="6"/>
                <a:endCxn id="275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5" name="Google Shape;275;p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0" name="Google Shape;280;p5"/>
              <p:cNvCxnSpPr>
                <a:stCxn id="279" idx="4"/>
                <a:endCxn id="277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1" name="Google Shape;281;p5"/>
              <p:cNvCxnSpPr>
                <a:stCxn id="278" idx="4"/>
                <a:endCxn id="27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" name="Google Shape;282;p5"/>
              <p:cNvCxnSpPr>
                <a:stCxn id="278" idx="5"/>
                <a:endCxn id="279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" name="Google Shape;283;p5"/>
              <p:cNvCxnSpPr>
                <a:stCxn id="278" idx="0"/>
                <a:endCxn id="27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" name="Google Shape;284;p5"/>
              <p:cNvCxnSpPr>
                <a:stCxn id="278" idx="7"/>
                <a:endCxn id="274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" name="Google Shape;285;p5"/>
              <p:cNvCxnSpPr>
                <a:stCxn id="276" idx="5"/>
                <a:endCxn id="27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" name="Google Shape;286;p5"/>
              <p:cNvCxnSpPr>
                <a:stCxn id="276" idx="6"/>
                <a:endCxn id="27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5"/>
              <p:cNvCxnSpPr>
                <a:stCxn id="288" idx="1"/>
                <a:endCxn id="27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5"/>
              <p:cNvCxnSpPr>
                <a:stCxn id="279" idx="0"/>
                <a:endCxn id="274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5"/>
              <p:cNvCxnSpPr>
                <a:stCxn id="279" idx="0"/>
                <a:endCxn id="288" idx="3"/>
              </p:cNvCxnSpPr>
              <p:nvPr/>
            </p:nvCxnSpPr>
            <p:spPr>
              <a:xfrm rot="10800000" flipH="1">
                <a:off x="461387" y="268177"/>
                <a:ext cx="3351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1" name="Google Shape;291;p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2" name="Google Shape;292;p5"/>
              <p:cNvCxnSpPr>
                <a:stCxn id="276" idx="5"/>
                <a:endCxn id="29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293;p5"/>
              <p:cNvCxnSpPr>
                <a:stCxn id="288" idx="7"/>
                <a:endCxn id="291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294;p5"/>
              <p:cNvCxnSpPr>
                <a:stCxn id="291" idx="6"/>
                <a:endCxn id="275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5" name="Google Shape;295;p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6" name="Google Shape;296;p5"/>
              <p:cNvCxnSpPr>
                <a:stCxn id="295" idx="0"/>
                <a:endCxn id="276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" name="Google Shape;297;p5"/>
              <p:cNvCxnSpPr>
                <a:stCxn id="295" idx="6"/>
                <a:endCxn id="274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" name="Google Shape;298;p5"/>
              <p:cNvCxnSpPr>
                <a:stCxn id="295" idx="5"/>
                <a:endCxn id="27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" name="Google Shape;299;p5"/>
              <p:cNvCxnSpPr>
                <a:stCxn id="295" idx="5"/>
                <a:endCxn id="27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8" name="Google Shape;288;p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00" name="Google Shape;300;p5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301" name="Google Shape;301;p5"/>
            <p:cNvGrpSpPr/>
            <p:nvPr/>
          </p:nvGrpSpPr>
          <p:grpSpPr>
            <a:xfrm rot="10800000" flipH="1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302" name="Google Shape;302;p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6" name="Google Shape;306;p5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307" name="Google Shape;307;p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"/>
          <p:cNvSpPr txBox="1">
            <a:spLocks noGrp="1"/>
          </p:cNvSpPr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7"/>
          <p:cNvSpPr txBox="1">
            <a:spLocks noGrp="1"/>
          </p:cNvSpPr>
          <p:nvPr>
            <p:ph type="subTitle" idx="1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73" name="Google Shape;373;p7"/>
          <p:cNvSpPr>
            <a:spLocks noGrp="1"/>
          </p:cNvSpPr>
          <p:nvPr>
            <p:ph type="pic" idx="2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374" name="Google Shape;374;p7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375" name="Google Shape;375;p7"/>
            <p:cNvCxnSpPr>
              <a:stCxn id="376" idx="7"/>
              <a:endCxn id="377" idx="2"/>
            </p:cNvCxnSpPr>
            <p:nvPr/>
          </p:nvCxnSpPr>
          <p:spPr>
            <a:xfrm rot="10800000" flipH="1">
              <a:off x="332904" y="155655"/>
              <a:ext cx="893400" cy="226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7" name="Google Shape;377;p7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83" name="Google Shape;383;p7"/>
            <p:cNvCxnSpPr>
              <a:stCxn id="382" idx="4"/>
              <a:endCxn id="379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" name="Google Shape;384;p7"/>
            <p:cNvCxnSpPr>
              <a:stCxn id="381" idx="4"/>
              <a:endCxn id="379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" name="Google Shape;385;p7"/>
            <p:cNvCxnSpPr>
              <a:stCxn id="381" idx="5"/>
              <a:endCxn id="382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6" name="Google Shape;386;p7"/>
            <p:cNvCxnSpPr>
              <a:stCxn id="381" idx="0"/>
              <a:endCxn id="378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7" name="Google Shape;387;p7"/>
            <p:cNvCxnSpPr>
              <a:stCxn id="381" idx="7"/>
              <a:endCxn id="376" idx="3"/>
            </p:cNvCxnSpPr>
            <p:nvPr/>
          </p:nvCxnSpPr>
          <p:spPr>
            <a:xfrm rot="10800000" flipH="1">
              <a:off x="123629" y="443734"/>
              <a:ext cx="147900" cy="45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8" name="Google Shape;388;p7"/>
            <p:cNvCxnSpPr>
              <a:stCxn id="378" idx="5"/>
              <a:endCxn id="376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9" name="Google Shape;389;p7"/>
            <p:cNvCxnSpPr>
              <a:stCxn id="378" idx="6"/>
              <a:endCxn id="377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0" name="Google Shape;390;p7"/>
            <p:cNvCxnSpPr>
              <a:stCxn id="380" idx="2"/>
              <a:endCxn id="378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1" name="Google Shape;391;p7"/>
            <p:cNvCxnSpPr>
              <a:stCxn id="382" idx="0"/>
              <a:endCxn id="376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2" name="Google Shape;392;p7"/>
            <p:cNvCxnSpPr>
              <a:stCxn id="382" idx="0"/>
              <a:endCxn id="380" idx="3"/>
            </p:cNvCxnSpPr>
            <p:nvPr/>
          </p:nvCxnSpPr>
          <p:spPr>
            <a:xfrm rot="10800000" flipH="1">
              <a:off x="366025" y="296069"/>
              <a:ext cx="3810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6" name="Google Shape;376;p7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3" name="Google Shape;393;p7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394" name="Google Shape;394;p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5" name="Google Shape;395;p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6" name="Google Shape;396;p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7" name="Google Shape;397;p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"/>
          <p:cNvSpPr txBox="1">
            <a:spLocks noGrp="1"/>
          </p:cNvSpPr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00" name="Google Shape;400;p8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402" name="Google Shape;402;p8"/>
              <p:cNvSpPr/>
              <p:nvPr/>
            </p:nvSpPr>
            <p:spPr>
              <a:xfrm rot="10800000" flipH="1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 rot="10800000" flipH="1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 rot="10800000" flipH="1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 rot="10800000" flipH="1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 rot="10800000" flipH="1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 rot="10800000" flipH="1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 rot="10800000" flipH="1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 rot="10800000" flipH="1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0" name="Google Shape;410;p8"/>
              <p:cNvCxnSpPr>
                <a:stCxn id="406" idx="5"/>
                <a:endCxn id="405" idx="1"/>
              </p:cNvCxnSpPr>
              <p:nvPr/>
            </p:nvCxnSpPr>
            <p:spPr>
              <a:xfrm rot="10800000" flipH="1">
                <a:off x="68289" y="5684974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1" name="Google Shape;411;p8"/>
              <p:cNvCxnSpPr>
                <a:stCxn id="407" idx="4"/>
                <a:endCxn id="405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2" name="Google Shape;412;p8"/>
              <p:cNvCxnSpPr>
                <a:stCxn id="402" idx="6"/>
                <a:endCxn id="405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3" name="Google Shape;413;p8"/>
              <p:cNvCxnSpPr>
                <a:stCxn id="402" idx="0"/>
                <a:endCxn id="406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4" name="Google Shape;414;p8"/>
              <p:cNvCxnSpPr>
                <a:stCxn id="406" idx="7"/>
                <a:endCxn id="407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5" name="Google Shape;415;p8"/>
              <p:cNvCxnSpPr>
                <a:stCxn id="407" idx="6"/>
                <a:endCxn id="403" idx="2"/>
              </p:cNvCxnSpPr>
              <p:nvPr/>
            </p:nvCxnSpPr>
            <p:spPr>
              <a:xfrm rot="10800000" flipH="1">
                <a:off x="1267079" y="6558020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6" name="Google Shape;416;p8"/>
              <p:cNvCxnSpPr>
                <a:stCxn id="405" idx="7"/>
                <a:endCxn id="403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7" name="Google Shape;417;p8"/>
              <p:cNvCxnSpPr>
                <a:stCxn id="402" idx="5"/>
                <a:endCxn id="408" idx="1"/>
              </p:cNvCxnSpPr>
              <p:nvPr/>
            </p:nvCxnSpPr>
            <p:spPr>
              <a:xfrm rot="10800000" flipH="1">
                <a:off x="-270410" y="4743265"/>
                <a:ext cx="537600" cy="8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8" name="Google Shape;418;p8"/>
              <p:cNvCxnSpPr>
                <a:stCxn id="408" idx="7"/>
                <a:endCxn id="405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9" name="Google Shape;419;p8"/>
              <p:cNvCxnSpPr>
                <a:stCxn id="408" idx="6"/>
                <a:endCxn id="404" idx="2"/>
              </p:cNvCxnSpPr>
              <p:nvPr/>
            </p:nvCxnSpPr>
            <p:spPr>
              <a:xfrm rot="10800000" flipH="1">
                <a:off x="378648" y="4180552"/>
                <a:ext cx="952500" cy="51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8"/>
              <p:cNvCxnSpPr>
                <a:stCxn id="404" idx="1"/>
                <a:endCxn id="405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8"/>
              <p:cNvCxnSpPr>
                <a:stCxn id="409" idx="1"/>
                <a:endCxn id="403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8"/>
              <p:cNvCxnSpPr>
                <a:stCxn id="406" idx="6"/>
                <a:endCxn id="409" idx="1"/>
              </p:cNvCxnSpPr>
              <p:nvPr/>
            </p:nvCxnSpPr>
            <p:spPr>
              <a:xfrm rot="10800000" flipH="1">
                <a:off x="82392" y="4994221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8"/>
              <p:cNvCxnSpPr>
                <a:stCxn id="403" idx="4"/>
                <a:endCxn id="404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4" name="Google Shape;424;p8"/>
              <p:cNvCxnSpPr>
                <a:stCxn id="402" idx="5"/>
                <a:endCxn id="404" idx="1"/>
              </p:cNvCxnSpPr>
              <p:nvPr/>
            </p:nvCxnSpPr>
            <p:spPr>
              <a:xfrm rot="10800000" flipH="1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5" name="Google Shape;425;p8"/>
              <p:cNvSpPr/>
              <p:nvPr/>
            </p:nvSpPr>
            <p:spPr>
              <a:xfrm rot="10800000" flipH="1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6" name="Google Shape;426;p8"/>
              <p:cNvCxnSpPr>
                <a:stCxn id="409" idx="2"/>
                <a:endCxn id="425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7" name="Google Shape;427;p8"/>
              <p:cNvCxnSpPr>
                <a:stCxn id="425" idx="2"/>
                <a:endCxn id="404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8" name="Google Shape;428;p8"/>
              <p:cNvCxnSpPr>
                <a:stCxn id="425" idx="0"/>
                <a:endCxn id="403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9" name="Google Shape;429;p8"/>
              <p:cNvCxnSpPr>
                <a:stCxn id="425" idx="1"/>
                <a:endCxn id="405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30" name="Google Shape;430;p8"/>
              <p:cNvSpPr/>
              <p:nvPr/>
            </p:nvSpPr>
            <p:spPr>
              <a:xfrm rot="10800000" flipH="1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1" name="Google Shape;431;p8"/>
              <p:cNvCxnSpPr>
                <a:stCxn id="404" idx="3"/>
                <a:endCxn id="430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8"/>
              <p:cNvCxnSpPr>
                <a:stCxn id="430" idx="1"/>
                <a:endCxn id="408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33" name="Google Shape;433;p8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434" name="Google Shape;434;p8"/>
              <p:cNvSpPr/>
              <p:nvPr/>
            </p:nvSpPr>
            <p:spPr>
              <a:xfrm rot="9591490" flipH="1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 rot="9591490" flipH="1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 rot="9590696" flipH="1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 rot="9588852" flipH="1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 rot="9585450" flipH="1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 rot="9588852" flipH="1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 rot="9588852" flipH="1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 rot="9585450" flipH="1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2" name="Google Shape;442;p8"/>
              <p:cNvCxnSpPr>
                <a:stCxn id="438" idx="5"/>
                <a:endCxn id="437" idx="1"/>
              </p:cNvCxnSpPr>
              <p:nvPr/>
            </p:nvCxnSpPr>
            <p:spPr>
              <a:xfrm rot="10800000" flipH="1">
                <a:off x="7373121" y="54962"/>
                <a:ext cx="433800" cy="64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3" name="Google Shape;443;p8"/>
              <p:cNvCxnSpPr>
                <a:stCxn id="439" idx="4"/>
                <a:endCxn id="437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4" name="Google Shape;444;p8"/>
              <p:cNvCxnSpPr>
                <a:stCxn id="434" idx="6"/>
                <a:endCxn id="438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5" name="Google Shape;445;p8"/>
              <p:cNvCxnSpPr>
                <a:stCxn id="438" idx="7"/>
                <a:endCxn id="439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6" name="Google Shape;446;p8"/>
              <p:cNvCxnSpPr>
                <a:stCxn id="439" idx="6"/>
                <a:endCxn id="435" idx="1"/>
              </p:cNvCxnSpPr>
              <p:nvPr/>
            </p:nvCxnSpPr>
            <p:spPr>
              <a:xfrm rot="10800000" flipH="1">
                <a:off x="8611941" y="639171"/>
                <a:ext cx="337200" cy="1035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7" name="Google Shape;447;p8"/>
              <p:cNvCxnSpPr>
                <a:stCxn id="437" idx="7"/>
                <a:endCxn id="435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8"/>
              <p:cNvCxnSpPr>
                <a:stCxn id="434" idx="6"/>
                <a:endCxn id="440" idx="1"/>
              </p:cNvCxnSpPr>
              <p:nvPr/>
            </p:nvCxnSpPr>
            <p:spPr>
              <a:xfrm rot="10800000" flipH="1">
                <a:off x="5286857" y="152283"/>
                <a:ext cx="1404600" cy="45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9" name="Google Shape;449;p8"/>
              <p:cNvCxnSpPr>
                <a:stCxn id="440" idx="7"/>
                <a:endCxn id="437" idx="2"/>
              </p:cNvCxnSpPr>
              <p:nvPr/>
            </p:nvCxnSpPr>
            <p:spPr>
              <a:xfrm rot="10800000" flipH="1">
                <a:off x="6778004" y="18383"/>
                <a:ext cx="995100" cy="1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0" name="Google Shape;450;p8"/>
              <p:cNvCxnSpPr>
                <a:stCxn id="440" idx="5"/>
                <a:endCxn id="436" idx="2"/>
              </p:cNvCxnSpPr>
              <p:nvPr/>
            </p:nvCxnSpPr>
            <p:spPr>
              <a:xfrm rot="10800000" flipH="1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1" name="Google Shape;451;p8"/>
              <p:cNvCxnSpPr>
                <a:stCxn id="436" idx="0"/>
                <a:endCxn id="437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2" name="Google Shape;452;p8"/>
              <p:cNvCxnSpPr>
                <a:stCxn id="436" idx="7"/>
                <a:endCxn id="441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3" name="Google Shape;453;p8"/>
              <p:cNvCxnSpPr>
                <a:stCxn id="437" idx="6"/>
                <a:endCxn id="441" idx="2"/>
              </p:cNvCxnSpPr>
              <p:nvPr/>
            </p:nvCxnSpPr>
            <p:spPr>
              <a:xfrm rot="10800000" flipH="1">
                <a:off x="7895495" y="-540814"/>
                <a:ext cx="978900" cy="51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4" name="Google Shape;454;p8"/>
              <p:cNvCxnSpPr>
                <a:stCxn id="441" idx="0"/>
                <a:endCxn id="435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5" name="Google Shape;455;p8"/>
              <p:cNvCxnSpPr>
                <a:stCxn id="439" idx="5"/>
                <a:endCxn id="441" idx="1"/>
              </p:cNvCxnSpPr>
              <p:nvPr/>
            </p:nvCxnSpPr>
            <p:spPr>
              <a:xfrm rot="10800000" flipH="1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8"/>
              <p:cNvCxnSpPr>
                <a:stCxn id="438" idx="6"/>
                <a:endCxn id="441" idx="1"/>
              </p:cNvCxnSpPr>
              <p:nvPr/>
            </p:nvCxnSpPr>
            <p:spPr>
              <a:xfrm rot="10800000" flipH="1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8"/>
              <p:cNvCxnSpPr>
                <a:stCxn id="438" idx="4"/>
                <a:endCxn id="436" idx="1"/>
              </p:cNvCxnSpPr>
              <p:nvPr/>
            </p:nvCxnSpPr>
            <p:spPr>
              <a:xfrm rot="10800000" flipH="1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8"/>
              <p:cNvCxnSpPr>
                <a:stCxn id="435" idx="4"/>
                <a:endCxn id="436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8"/>
              <p:cNvCxnSpPr>
                <a:stCxn id="434" idx="6"/>
                <a:endCxn id="436" idx="1"/>
              </p:cNvCxnSpPr>
              <p:nvPr/>
            </p:nvCxnSpPr>
            <p:spPr>
              <a:xfrm rot="10800000" flipH="1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60" name="Google Shape;460;p8"/>
              <p:cNvSpPr/>
              <p:nvPr/>
            </p:nvSpPr>
            <p:spPr>
              <a:xfrm rot="9588852" flipH="1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1" name="Google Shape;461;p8"/>
              <p:cNvCxnSpPr>
                <a:stCxn id="441" idx="4"/>
                <a:endCxn id="460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2" name="Google Shape;462;p8"/>
              <p:cNvCxnSpPr>
                <a:stCxn id="460" idx="2"/>
                <a:endCxn id="436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3" name="Google Shape;463;p8"/>
              <p:cNvCxnSpPr>
                <a:stCxn id="460" idx="0"/>
                <a:endCxn id="435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8"/>
              <p:cNvCxnSpPr>
                <a:stCxn id="460" idx="1"/>
                <a:endCxn id="437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65" name="Google Shape;465;p8"/>
              <p:cNvSpPr/>
              <p:nvPr/>
            </p:nvSpPr>
            <p:spPr>
              <a:xfrm rot="9591490" flipH="1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6" name="Google Shape;466;p8"/>
              <p:cNvCxnSpPr>
                <a:stCxn id="460" idx="2"/>
                <a:endCxn id="465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8"/>
              <p:cNvCxnSpPr>
                <a:stCxn id="465" idx="1"/>
                <a:endCxn id="440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31" name="Google Shape;631;p13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632" name="Google Shape;632;p13"/>
            <p:cNvGrpSpPr/>
            <p:nvPr/>
          </p:nvGrpSpPr>
          <p:grpSpPr>
            <a:xfrm rot="10800000" flipH="1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633" name="Google Shape;633;p1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36" name="Google Shape;636;p13"/>
            <p:cNvGrpSpPr/>
            <p:nvPr/>
          </p:nvGrpSpPr>
          <p:grpSpPr>
            <a:xfrm rot="10800000" flipH="1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637" name="Google Shape;637;p13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41" name="Google Shape;641;p13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642" name="Google Shape;642;p13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643" name="Google Shape;643;p13"/>
              <p:cNvCxnSpPr>
                <a:stCxn id="644" idx="6"/>
                <a:endCxn id="645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45" name="Google Shape;645;p13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0" name="Google Shape;650;p13"/>
              <p:cNvCxnSpPr>
                <a:stCxn id="649" idx="4"/>
                <a:endCxn id="647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1" name="Google Shape;651;p13"/>
              <p:cNvCxnSpPr>
                <a:stCxn id="648" idx="4"/>
                <a:endCxn id="64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2" name="Google Shape;652;p13"/>
              <p:cNvCxnSpPr>
                <a:stCxn id="648" idx="5"/>
                <a:endCxn id="649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3" name="Google Shape;653;p13"/>
              <p:cNvCxnSpPr>
                <a:stCxn id="648" idx="0"/>
                <a:endCxn id="64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4" name="Google Shape;654;p13"/>
              <p:cNvCxnSpPr>
                <a:stCxn id="648" idx="7"/>
                <a:endCxn id="644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5" name="Google Shape;655;p13"/>
              <p:cNvCxnSpPr>
                <a:stCxn id="646" idx="5"/>
                <a:endCxn id="64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13"/>
              <p:cNvCxnSpPr>
                <a:stCxn id="646" idx="6"/>
                <a:endCxn id="64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657;p13"/>
              <p:cNvCxnSpPr>
                <a:stCxn id="658" idx="1"/>
                <a:endCxn id="64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13"/>
              <p:cNvCxnSpPr>
                <a:stCxn id="649" idx="0"/>
                <a:endCxn id="644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0" name="Google Shape;660;p13"/>
              <p:cNvCxnSpPr>
                <a:stCxn id="649" idx="0"/>
                <a:endCxn id="658" idx="3"/>
              </p:cNvCxnSpPr>
              <p:nvPr/>
            </p:nvCxnSpPr>
            <p:spPr>
              <a:xfrm rot="10800000" flipH="1">
                <a:off x="454649" y="268188"/>
                <a:ext cx="3420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1" name="Google Shape;661;p13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2" name="Google Shape;662;p13"/>
              <p:cNvCxnSpPr>
                <a:stCxn id="646" idx="5"/>
                <a:endCxn id="66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3" name="Google Shape;663;p13"/>
              <p:cNvCxnSpPr>
                <a:stCxn id="658" idx="7"/>
                <a:endCxn id="661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4" name="Google Shape;664;p13"/>
              <p:cNvCxnSpPr>
                <a:stCxn id="661" idx="6"/>
                <a:endCxn id="645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5" name="Google Shape;665;p13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6" name="Google Shape;666;p13"/>
              <p:cNvCxnSpPr>
                <a:stCxn id="665" idx="0"/>
                <a:endCxn id="646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7" name="Google Shape;667;p13"/>
              <p:cNvCxnSpPr>
                <a:stCxn id="665" idx="6"/>
                <a:endCxn id="644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13"/>
              <p:cNvCxnSpPr>
                <a:stCxn id="665" idx="5"/>
                <a:endCxn id="64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9" name="Google Shape;669;p13"/>
              <p:cNvCxnSpPr>
                <a:stCxn id="665" idx="5"/>
                <a:endCxn id="64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58" name="Google Shape;658;p13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70" name="Google Shape;670;p13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671" name="Google Shape;671;p13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9" name="Google Shape;679;p13"/>
              <p:cNvCxnSpPr>
                <a:stCxn id="675" idx="5"/>
                <a:endCxn id="674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0" name="Google Shape;680;p13"/>
              <p:cNvCxnSpPr>
                <a:stCxn id="676" idx="4"/>
                <a:endCxn id="674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1" name="Google Shape;681;p13"/>
              <p:cNvCxnSpPr>
                <a:stCxn id="671" idx="0"/>
                <a:endCxn id="675" idx="3"/>
              </p:cNvCxnSpPr>
              <p:nvPr/>
            </p:nvCxnSpPr>
            <p:spPr>
              <a:xfrm rot="-459979" flipH="1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2" name="Google Shape;682;p13"/>
              <p:cNvCxnSpPr>
                <a:stCxn id="675" idx="7"/>
                <a:endCxn id="676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3" name="Google Shape;683;p13"/>
              <p:cNvCxnSpPr>
                <a:stCxn id="676" idx="6"/>
                <a:endCxn id="672" idx="1"/>
              </p:cNvCxnSpPr>
              <p:nvPr/>
            </p:nvCxnSpPr>
            <p:spPr>
              <a:xfrm rot="10342167" flipH="1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4" name="Google Shape;684;p13"/>
              <p:cNvCxnSpPr>
                <a:stCxn id="674" idx="5"/>
                <a:endCxn id="672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13"/>
              <p:cNvCxnSpPr>
                <a:stCxn id="671" idx="6"/>
                <a:endCxn id="677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13"/>
              <p:cNvCxnSpPr>
                <a:stCxn id="671" idx="7"/>
                <a:endCxn id="674" idx="3"/>
              </p:cNvCxnSpPr>
              <p:nvPr/>
            </p:nvCxnSpPr>
            <p:spPr>
              <a:xfrm rot="-459621" flipH="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13"/>
              <p:cNvCxnSpPr>
                <a:stCxn id="677" idx="7"/>
                <a:endCxn id="673" idx="3"/>
              </p:cNvCxnSpPr>
              <p:nvPr/>
            </p:nvCxnSpPr>
            <p:spPr>
              <a:xfrm rot="-458883" flipH="1">
                <a:off x="3256947" y="4756715"/>
                <a:ext cx="489151" cy="14620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13"/>
              <p:cNvCxnSpPr>
                <a:stCxn id="673" idx="0"/>
                <a:endCxn id="674" idx="5"/>
              </p:cNvCxnSpPr>
              <p:nvPr/>
            </p:nvCxnSpPr>
            <p:spPr>
              <a:xfrm rot="-457956" flipH="1">
                <a:off x="2913686" y="5119069"/>
                <a:ext cx="239421" cy="87210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13"/>
              <p:cNvCxnSpPr>
                <a:stCxn id="678" idx="2"/>
                <a:endCxn id="672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13"/>
              <p:cNvCxnSpPr>
                <a:stCxn id="675" idx="6"/>
                <a:endCxn id="678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91" name="Google Shape;691;p13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2" name="Google Shape;692;p13"/>
              <p:cNvCxnSpPr>
                <a:stCxn id="678" idx="3"/>
                <a:endCxn id="691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13"/>
              <p:cNvCxnSpPr>
                <a:stCxn id="691" idx="2"/>
                <a:endCxn id="673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4" name="Google Shape;694;p13"/>
              <p:cNvCxnSpPr>
                <a:stCxn id="691" idx="0"/>
                <a:endCxn id="672" idx="4"/>
              </p:cNvCxnSpPr>
              <p:nvPr/>
            </p:nvCxnSpPr>
            <p:spPr>
              <a:xfrm rot="-463310" flipH="1">
                <a:off x="1838574" y="4757163"/>
                <a:ext cx="160758" cy="17467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5" name="Google Shape;695;p13"/>
              <p:cNvCxnSpPr>
                <a:stCxn id="691" idx="1"/>
                <a:endCxn id="674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96" name="Google Shape;696;p13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7" name="Google Shape;697;p13"/>
              <p:cNvCxnSpPr>
                <a:stCxn id="673" idx="2"/>
                <a:endCxn id="696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8" name="Google Shape;698;p13"/>
              <p:cNvCxnSpPr>
                <a:stCxn id="696" idx="3"/>
                <a:endCxn id="671" idx="7"/>
              </p:cNvCxnSpPr>
              <p:nvPr/>
            </p:nvCxnSpPr>
            <p:spPr>
              <a:xfrm rot="10340841" flipH="1">
                <a:off x="4051630" y="4823477"/>
                <a:ext cx="509135" cy="632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9" name="Google Shape;699;p13"/>
              <p:cNvCxnSpPr>
                <a:stCxn id="674" idx="4"/>
                <a:endCxn id="696" idx="0"/>
              </p:cNvCxnSpPr>
              <p:nvPr/>
            </p:nvCxnSpPr>
            <p:spPr>
              <a:xfrm rot="10339578" flipH="1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9" name="Google Shape;989;p18"/>
          <p:cNvSpPr txBox="1">
            <a:spLocks noGrp="1"/>
          </p:cNvSpPr>
          <p:nvPr>
            <p:ph type="subTitle" idx="1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0" name="Google Shape;990;p18"/>
          <p:cNvSpPr txBox="1">
            <a:spLocks noGrp="1"/>
          </p:cNvSpPr>
          <p:nvPr>
            <p:ph type="subTitle" idx="2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18"/>
          <p:cNvSpPr txBox="1">
            <a:spLocks noGrp="1"/>
          </p:cNvSpPr>
          <p:nvPr>
            <p:ph type="subTitle" idx="3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18"/>
          <p:cNvSpPr txBox="1">
            <a:spLocks noGrp="1"/>
          </p:cNvSpPr>
          <p:nvPr>
            <p:ph type="subTitle" idx="4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93" name="Google Shape;993;p18"/>
          <p:cNvSpPr txBox="1">
            <a:spLocks noGrp="1"/>
          </p:cNvSpPr>
          <p:nvPr>
            <p:ph type="subTitle" idx="5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94" name="Google Shape;994;p18"/>
          <p:cNvSpPr txBox="1">
            <a:spLocks noGrp="1"/>
          </p:cNvSpPr>
          <p:nvPr>
            <p:ph type="subTitle" idx="6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995" name="Google Shape;995;p18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996" name="Google Shape;996;p18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997" name="Google Shape;997;p1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8" name="Google Shape;998;p1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9" name="Google Shape;999;p1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00" name="Google Shape;1000;p18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001" name="Google Shape;1001;p1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2" name="Google Shape;1002;p1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" name="Google Shape;1003;p1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4" name="Google Shape;1004;p1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05" name="Google Shape;1005;p18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006" name="Google Shape;1006;p18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007" name="Google Shape;1007;p18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8" name="Google Shape;1008;p18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" name="Google Shape;1009;p18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0" name="Google Shape;1010;p18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1" name="Google Shape;1011;p18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2" name="Google Shape;1012;p18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" name="Google Shape;1013;p18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4" name="Google Shape;1014;p18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5" name="Google Shape;1015;p18"/>
              <p:cNvCxnSpPr>
                <a:stCxn id="1011" idx="5"/>
                <a:endCxn id="101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6" name="Google Shape;1016;p18"/>
              <p:cNvCxnSpPr>
                <a:stCxn id="1012" idx="4"/>
                <a:endCxn id="1010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7" name="Google Shape;1017;p18"/>
              <p:cNvCxnSpPr>
                <a:stCxn id="1007" idx="0"/>
                <a:endCxn id="101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8" name="Google Shape;1018;p18"/>
              <p:cNvCxnSpPr>
                <a:stCxn id="1011" idx="6"/>
                <a:endCxn id="101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9" name="Google Shape;1019;p18"/>
              <p:cNvCxnSpPr>
                <a:stCxn id="1012" idx="6"/>
                <a:endCxn id="100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0" name="Google Shape;1020;p18"/>
              <p:cNvCxnSpPr>
                <a:stCxn id="1010" idx="6"/>
                <a:endCxn id="100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1" name="Google Shape;1021;p18"/>
              <p:cNvCxnSpPr>
                <a:stCxn id="1007" idx="6"/>
                <a:endCxn id="101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2" name="Google Shape;1022;p18"/>
              <p:cNvCxnSpPr>
                <a:stCxn id="1007" idx="7"/>
                <a:endCxn id="101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3" name="Google Shape;1023;p18"/>
              <p:cNvCxnSpPr>
                <a:stCxn id="1013" idx="7"/>
                <a:endCxn id="100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4" name="Google Shape;1024;p18"/>
              <p:cNvCxnSpPr>
                <a:stCxn id="1009" idx="0"/>
                <a:endCxn id="101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5" name="Google Shape;1025;p18"/>
              <p:cNvCxnSpPr>
                <a:stCxn id="1014" idx="2"/>
                <a:endCxn id="1008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18"/>
              <p:cNvCxnSpPr>
                <a:stCxn id="1012" idx="7"/>
                <a:endCxn id="101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7" name="Google Shape;1027;p18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8" name="Google Shape;1028;p18"/>
              <p:cNvCxnSpPr>
                <a:stCxn id="1014" idx="3"/>
                <a:endCxn id="1027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9" name="Google Shape;1029;p18"/>
              <p:cNvCxnSpPr>
                <a:stCxn id="1027" idx="2"/>
                <a:endCxn id="1009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18"/>
              <p:cNvCxnSpPr>
                <a:stCxn id="1027" idx="0"/>
                <a:endCxn id="100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1" name="Google Shape;1031;p18"/>
              <p:cNvCxnSpPr>
                <a:stCxn id="1027" idx="1"/>
                <a:endCxn id="101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32" name="Google Shape;1032;p18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3" name="Google Shape;1033;p18"/>
              <p:cNvCxnSpPr>
                <a:stCxn id="1009" idx="2"/>
                <a:endCxn id="1032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4" name="Google Shape;1034;p18"/>
              <p:cNvCxnSpPr>
                <a:stCxn id="1032" idx="3"/>
                <a:endCxn id="1007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5" name="Google Shape;1035;p18"/>
              <p:cNvCxnSpPr>
                <a:stCxn id="1010" idx="4"/>
                <a:endCxn id="103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36" name="Google Shape;1036;p18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7" name="Google Shape;1037;p18"/>
              <p:cNvCxnSpPr>
                <a:stCxn id="1010" idx="0"/>
                <a:endCxn id="103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8" name="Google Shape;1038;p18"/>
              <p:cNvCxnSpPr>
                <a:stCxn id="1011" idx="7"/>
                <a:endCxn id="103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39" name="Google Shape;1039;p18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040" name="Google Shape;1040;p18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1" name="Google Shape;1041;p18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2" name="Google Shape;1042;p18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3" name="Google Shape;1043;p18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5" name="Google Shape;1045;p18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6" name="Google Shape;1046;p18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7" name="Google Shape;1047;p18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8" name="Google Shape;1048;p18"/>
              <p:cNvCxnSpPr>
                <a:stCxn id="1045" idx="4"/>
                <a:endCxn id="1043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9" name="Google Shape;1049;p18"/>
              <p:cNvCxnSpPr>
                <a:stCxn id="1040" idx="7"/>
                <a:endCxn id="104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0" name="Google Shape;1050;p18"/>
              <p:cNvCxnSpPr>
                <a:stCxn id="1044" idx="7"/>
                <a:endCxn id="104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1" name="Google Shape;1051;p18"/>
              <p:cNvCxnSpPr>
                <a:stCxn id="1045" idx="6"/>
                <a:endCxn id="104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2" name="Google Shape;1052;p18"/>
              <p:cNvCxnSpPr>
                <a:stCxn id="1043" idx="7"/>
                <a:endCxn id="104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3" name="Google Shape;1053;p18"/>
              <p:cNvCxnSpPr>
                <a:stCxn id="1040" idx="6"/>
                <a:endCxn id="104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4" name="Google Shape;1054;p18"/>
              <p:cNvCxnSpPr>
                <a:stCxn id="1046" idx="0"/>
                <a:endCxn id="104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5" name="Google Shape;1055;p18"/>
              <p:cNvCxnSpPr>
                <a:stCxn id="1046" idx="5"/>
                <a:endCxn id="104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6" name="Google Shape;1056;p18"/>
              <p:cNvCxnSpPr>
                <a:stCxn id="1042" idx="0"/>
                <a:endCxn id="104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7" name="Google Shape;1057;p18"/>
              <p:cNvCxnSpPr>
                <a:stCxn id="1042" idx="7"/>
                <a:endCxn id="104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8" name="Google Shape;1058;p18"/>
              <p:cNvCxnSpPr>
                <a:stCxn id="1043" idx="6"/>
                <a:endCxn id="104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9" name="Google Shape;1059;p18"/>
              <p:cNvCxnSpPr>
                <a:stCxn id="1047" idx="0"/>
                <a:endCxn id="104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0" name="Google Shape;1060;p18"/>
              <p:cNvCxnSpPr>
                <a:stCxn id="1045" idx="5"/>
                <a:endCxn id="104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1" name="Google Shape;1061;p18"/>
              <p:cNvCxnSpPr>
                <a:stCxn id="1044" idx="6"/>
                <a:endCxn id="104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2" name="Google Shape;1062;p18"/>
              <p:cNvCxnSpPr>
                <a:stCxn id="1044" idx="5"/>
                <a:endCxn id="104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3" name="Google Shape;1063;p18"/>
              <p:cNvCxnSpPr>
                <a:stCxn id="1041" idx="4"/>
                <a:endCxn id="104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64" name="Google Shape;1064;p18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5" name="Google Shape;1065;p18"/>
              <p:cNvCxnSpPr>
                <a:stCxn id="1047" idx="4"/>
                <a:endCxn id="106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6" name="Google Shape;1066;p18"/>
              <p:cNvCxnSpPr>
                <a:stCxn id="1064" idx="1"/>
                <a:endCxn id="104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67" name="Google Shape;1067;p18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8" name="Google Shape;1068;p18"/>
              <p:cNvCxnSpPr>
                <a:stCxn id="1064" idx="2"/>
                <a:endCxn id="1067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9" name="Google Shape;1069;p18"/>
              <p:cNvCxnSpPr>
                <a:stCxn id="1067" idx="1"/>
                <a:endCxn id="104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0" name="Google Shape;1070;p18"/>
              <p:cNvCxnSpPr>
                <a:stCxn id="1067" idx="7"/>
                <a:endCxn id="104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2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05" name="Google Shape;1305;p2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06" name="Google Shape;1306;p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09" name="Google Shape;1309;p2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10" name="Google Shape;1310;p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14" name="Google Shape;1314;p2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15" name="Google Shape;1315;p2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16" name="Google Shape;1316;p22"/>
              <p:cNvCxnSpPr>
                <a:stCxn id="1317" idx="7"/>
                <a:endCxn id="1318" idx="2"/>
              </p:cNvCxnSpPr>
              <p:nvPr/>
            </p:nvCxnSpPr>
            <p:spPr>
              <a:xfrm rot="10800000" flipH="1">
                <a:off x="332904" y="155655"/>
                <a:ext cx="893400" cy="2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8" name="Google Shape;1318;p2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4" name="Google Shape;1324;p22"/>
              <p:cNvCxnSpPr>
                <a:stCxn id="1323" idx="4"/>
                <a:endCxn id="1320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5" name="Google Shape;1325;p22"/>
              <p:cNvCxnSpPr>
                <a:stCxn id="1322" idx="4"/>
                <a:endCxn id="1320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6" name="Google Shape;1326;p22"/>
              <p:cNvCxnSpPr>
                <a:stCxn id="1322" idx="5"/>
                <a:endCxn id="1323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7" name="Google Shape;1327;p22"/>
              <p:cNvCxnSpPr>
                <a:stCxn id="1322" idx="0"/>
                <a:endCxn id="1319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8" name="Google Shape;1328;p22"/>
              <p:cNvCxnSpPr>
                <a:stCxn id="1322" idx="7"/>
                <a:endCxn id="1317" idx="3"/>
              </p:cNvCxnSpPr>
              <p:nvPr/>
            </p:nvCxnSpPr>
            <p:spPr>
              <a:xfrm rot="10800000" flipH="1">
                <a:off x="1236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9" name="Google Shape;1329;p22"/>
              <p:cNvCxnSpPr>
                <a:stCxn id="1319" idx="5"/>
                <a:endCxn id="1317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0" name="Google Shape;1330;p22"/>
              <p:cNvCxnSpPr>
                <a:stCxn id="1319" idx="6"/>
                <a:endCxn id="1318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1" name="Google Shape;1331;p22"/>
              <p:cNvCxnSpPr>
                <a:stCxn id="1321" idx="2"/>
                <a:endCxn id="1319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2" name="Google Shape;1332;p22"/>
              <p:cNvCxnSpPr>
                <a:stCxn id="1323" idx="0"/>
                <a:endCxn id="1317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3" name="Google Shape;1333;p22"/>
              <p:cNvCxnSpPr>
                <a:stCxn id="1323" idx="0"/>
                <a:endCxn id="1321" idx="3"/>
              </p:cNvCxnSpPr>
              <p:nvPr/>
            </p:nvCxnSpPr>
            <p:spPr>
              <a:xfrm rot="10800000" flipH="1">
                <a:off x="366025" y="296069"/>
                <a:ext cx="381000" cy="7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7" name="Google Shape;1317;p2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4" name="Google Shape;1334;p2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35" name="Google Shape;1335;p2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3" name="Google Shape;1343;p22"/>
              <p:cNvCxnSpPr>
                <a:stCxn id="1339" idx="5"/>
                <a:endCxn id="1338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4" name="Google Shape;1344;p22"/>
              <p:cNvCxnSpPr>
                <a:stCxn id="1340" idx="4"/>
                <a:endCxn id="1338" idx="0"/>
              </p:cNvCxnSpPr>
              <p:nvPr/>
            </p:nvCxnSpPr>
            <p:spPr>
              <a:xfrm rot="8769075" flipH="1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5" name="Google Shape;1345;p22"/>
              <p:cNvCxnSpPr>
                <a:stCxn id="1335" idx="6"/>
                <a:endCxn id="1338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6" name="Google Shape;1346;p22"/>
              <p:cNvCxnSpPr>
                <a:stCxn id="1335" idx="0"/>
                <a:endCxn id="1339" idx="3"/>
              </p:cNvCxnSpPr>
              <p:nvPr/>
            </p:nvCxnSpPr>
            <p:spPr>
              <a:xfrm rot="-2030280" flipH="1">
                <a:off x="3554311" y="2896576"/>
                <a:ext cx="870078" cy="56238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7" name="Google Shape;1347;p22"/>
              <p:cNvCxnSpPr>
                <a:stCxn id="1339" idx="7"/>
                <a:endCxn id="1340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8" name="Google Shape;1348;p22"/>
              <p:cNvCxnSpPr>
                <a:stCxn id="1340" idx="6"/>
                <a:endCxn id="1336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9" name="Google Shape;1349;p22"/>
              <p:cNvCxnSpPr>
                <a:stCxn id="1338" idx="7"/>
                <a:endCxn id="1336" idx="3"/>
              </p:cNvCxnSpPr>
              <p:nvPr/>
            </p:nvCxnSpPr>
            <p:spPr>
              <a:xfrm rot="-2030278" flipH="1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0" name="Google Shape;1350;p22"/>
              <p:cNvCxnSpPr>
                <a:stCxn id="1335" idx="5"/>
                <a:endCxn id="1341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1" name="Google Shape;1351;p22"/>
              <p:cNvCxnSpPr>
                <a:stCxn id="1341" idx="7"/>
                <a:endCxn id="1338" idx="3"/>
              </p:cNvCxnSpPr>
              <p:nvPr/>
            </p:nvCxnSpPr>
            <p:spPr>
              <a:xfrm rot="-2030495" flipH="1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2" name="Google Shape;1352;p22"/>
              <p:cNvCxnSpPr>
                <a:stCxn id="1341" idx="5"/>
                <a:endCxn id="1337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3" name="Google Shape;1353;p22"/>
              <p:cNvCxnSpPr>
                <a:stCxn id="1337" idx="0"/>
                <a:endCxn id="1338" idx="5"/>
              </p:cNvCxnSpPr>
              <p:nvPr/>
            </p:nvCxnSpPr>
            <p:spPr>
              <a:xfrm rot="-2029195" flipH="1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4" name="Google Shape;1354;p22"/>
              <p:cNvCxnSpPr>
                <a:stCxn id="1337" idx="7"/>
                <a:endCxn id="1342" idx="3"/>
              </p:cNvCxnSpPr>
              <p:nvPr/>
            </p:nvCxnSpPr>
            <p:spPr>
              <a:xfrm rot="-2030477" flipH="1">
                <a:off x="386634" y="1842270"/>
                <a:ext cx="1576242" cy="9535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5" name="Google Shape;1355;p22"/>
              <p:cNvCxnSpPr>
                <a:stCxn id="1338" idx="6"/>
                <a:endCxn id="1342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6" name="Google Shape;1356;p22"/>
              <p:cNvCxnSpPr>
                <a:stCxn id="1342" idx="0"/>
                <a:endCxn id="1336" idx="5"/>
              </p:cNvCxnSpPr>
              <p:nvPr/>
            </p:nvCxnSpPr>
            <p:spPr>
              <a:xfrm rot="-2024821" flipH="1">
                <a:off x="797015" y="2378694"/>
                <a:ext cx="83704" cy="1321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7" name="Google Shape;1357;p22"/>
              <p:cNvCxnSpPr>
                <a:stCxn id="1339" idx="4"/>
                <a:endCxn id="1337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8" name="Google Shape;1358;p22"/>
              <p:cNvCxnSpPr>
                <a:stCxn id="1336" idx="4"/>
                <a:endCxn id="1337" idx="7"/>
              </p:cNvCxnSpPr>
              <p:nvPr/>
            </p:nvCxnSpPr>
            <p:spPr>
              <a:xfrm rot="8769813" flipH="1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9" name="Google Shape;1359;p22"/>
              <p:cNvCxnSpPr>
                <a:stCxn id="1335" idx="5"/>
                <a:endCxn id="1337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0" name="Google Shape;1360;p2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" name="Google Shape;1361;p22"/>
              <p:cNvCxnSpPr>
                <a:stCxn id="1342" idx="4"/>
                <a:endCxn id="1360" idx="7"/>
              </p:cNvCxnSpPr>
              <p:nvPr/>
            </p:nvCxnSpPr>
            <p:spPr>
              <a:xfrm rot="8769580" flipH="1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2" name="Google Shape;1362;p22"/>
              <p:cNvCxnSpPr>
                <a:stCxn id="1360" idx="2"/>
                <a:endCxn id="1337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3" name="Google Shape;1363;p22"/>
              <p:cNvCxnSpPr>
                <a:stCxn id="1360" idx="0"/>
                <a:endCxn id="1336" idx="4"/>
              </p:cNvCxnSpPr>
              <p:nvPr/>
            </p:nvCxnSpPr>
            <p:spPr>
              <a:xfrm rot="-2030204" flipH="1">
                <a:off x="469943" y="996108"/>
                <a:ext cx="1267716" cy="2434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4" name="Google Shape;1364;p22"/>
              <p:cNvCxnSpPr>
                <a:stCxn id="1360" idx="1"/>
                <a:endCxn id="1338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5" name="Google Shape;1365;p2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6" name="Google Shape;1366;p22"/>
              <p:cNvCxnSpPr>
                <a:stCxn id="1360" idx="2"/>
                <a:endCxn id="1365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7" name="Google Shape;1367;p22"/>
              <p:cNvCxnSpPr>
                <a:stCxn id="1365" idx="1"/>
                <a:endCxn id="1341" idx="5"/>
              </p:cNvCxnSpPr>
              <p:nvPr/>
            </p:nvCxnSpPr>
            <p:spPr>
              <a:xfrm rot="-2034703" flipH="1">
                <a:off x="2826258" y="400719"/>
                <a:ext cx="43017" cy="114382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2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70" name="Google Shape;1370;p2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71" name="Google Shape;1371;p2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4" name="Google Shape;1374;p2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75" name="Google Shape;1375;p2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79" name="Google Shape;1379;p2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380" name="Google Shape;1380;p2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81" name="Google Shape;1381;p2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9" name="Google Shape;1389;p23"/>
              <p:cNvCxnSpPr>
                <a:stCxn id="1385" idx="5"/>
                <a:endCxn id="1384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0" name="Google Shape;1390;p23"/>
              <p:cNvCxnSpPr>
                <a:stCxn id="1386" idx="4"/>
                <a:endCxn id="1384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1" name="Google Shape;1391;p23"/>
              <p:cNvCxnSpPr>
                <a:stCxn id="1381" idx="0"/>
                <a:endCxn id="1385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2" name="Google Shape;1392;p23"/>
              <p:cNvCxnSpPr>
                <a:stCxn id="1385" idx="6"/>
                <a:endCxn id="1386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3" name="Google Shape;1393;p23"/>
              <p:cNvCxnSpPr>
                <a:stCxn id="1386" idx="6"/>
                <a:endCxn id="1382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4" name="Google Shape;1394;p23"/>
              <p:cNvCxnSpPr>
                <a:stCxn id="1384" idx="6"/>
                <a:endCxn id="1382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5" name="Google Shape;1395;p23"/>
              <p:cNvCxnSpPr>
                <a:stCxn id="1381" idx="6"/>
                <a:endCxn id="1387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6" name="Google Shape;1396;p23"/>
              <p:cNvCxnSpPr>
                <a:stCxn id="1381" idx="7"/>
                <a:endCxn id="1384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7" name="Google Shape;1397;p23"/>
              <p:cNvCxnSpPr>
                <a:stCxn id="1387" idx="7"/>
                <a:endCxn id="1383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8" name="Google Shape;1398;p23"/>
              <p:cNvCxnSpPr>
                <a:stCxn id="1383" idx="0"/>
                <a:endCxn id="1384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9" name="Google Shape;1399;p23"/>
              <p:cNvCxnSpPr>
                <a:stCxn id="1388" idx="2"/>
                <a:endCxn id="1382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0" name="Google Shape;1400;p23"/>
              <p:cNvCxnSpPr>
                <a:stCxn id="1386" idx="7"/>
                <a:endCxn id="1388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1" name="Google Shape;1401;p2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2" name="Google Shape;1402;p23"/>
              <p:cNvCxnSpPr>
                <a:stCxn id="1388" idx="3"/>
                <a:endCxn id="1401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3" name="Google Shape;1403;p23"/>
              <p:cNvCxnSpPr>
                <a:stCxn id="1401" idx="2"/>
                <a:endCxn id="1383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4" name="Google Shape;1404;p23"/>
              <p:cNvCxnSpPr>
                <a:stCxn id="1401" idx="0"/>
                <a:endCxn id="1382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5" name="Google Shape;1405;p23"/>
              <p:cNvCxnSpPr>
                <a:stCxn id="1401" idx="1"/>
                <a:endCxn id="1384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6" name="Google Shape;1406;p2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7" name="Google Shape;1407;p23"/>
              <p:cNvCxnSpPr>
                <a:stCxn id="1383" idx="2"/>
                <a:endCxn id="1406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8" name="Google Shape;1408;p23"/>
              <p:cNvCxnSpPr>
                <a:stCxn id="1406" idx="3"/>
                <a:endCxn id="1381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9" name="Google Shape;1409;p23"/>
              <p:cNvCxnSpPr>
                <a:stCxn id="1384" idx="4"/>
                <a:endCxn id="1406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0" name="Google Shape;1410;p2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1" name="Google Shape;1411;p23"/>
              <p:cNvCxnSpPr>
                <a:stCxn id="1384" idx="0"/>
                <a:endCxn id="1410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2" name="Google Shape;1412;p23"/>
              <p:cNvCxnSpPr>
                <a:stCxn id="1385" idx="7"/>
                <a:endCxn id="1410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13" name="Google Shape;1413;p2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14" name="Google Shape;1414;p2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" name="Google Shape;1422;p23"/>
              <p:cNvCxnSpPr>
                <a:stCxn id="1419" idx="4"/>
                <a:endCxn id="1417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3" name="Google Shape;1423;p23"/>
              <p:cNvCxnSpPr>
                <a:stCxn id="1414" idx="7"/>
                <a:endCxn id="1418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4" name="Google Shape;1424;p23"/>
              <p:cNvCxnSpPr>
                <a:stCxn id="1418" idx="7"/>
                <a:endCxn id="1419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5" name="Google Shape;1425;p23"/>
              <p:cNvCxnSpPr>
                <a:stCxn id="1419" idx="6"/>
                <a:endCxn id="1415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6" name="Google Shape;1426;p23"/>
              <p:cNvCxnSpPr>
                <a:stCxn id="1417" idx="7"/>
                <a:endCxn id="1415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7" name="Google Shape;1427;p23"/>
              <p:cNvCxnSpPr>
                <a:stCxn id="1414" idx="6"/>
                <a:endCxn id="1420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8" name="Google Shape;1428;p23"/>
              <p:cNvCxnSpPr>
                <a:stCxn id="1420" idx="0"/>
                <a:endCxn id="1417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9" name="Google Shape;1429;p23"/>
              <p:cNvCxnSpPr>
                <a:stCxn id="1420" idx="5"/>
                <a:endCxn id="1416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0" name="Google Shape;1430;p23"/>
              <p:cNvCxnSpPr>
                <a:stCxn id="1416" idx="0"/>
                <a:endCxn id="1417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1" name="Google Shape;1431;p23"/>
              <p:cNvCxnSpPr>
                <a:stCxn id="1416" idx="7"/>
                <a:endCxn id="1421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2" name="Google Shape;1432;p23"/>
              <p:cNvCxnSpPr>
                <a:stCxn id="1417" idx="6"/>
                <a:endCxn id="1421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3" name="Google Shape;1433;p23"/>
              <p:cNvCxnSpPr>
                <a:stCxn id="1421" idx="0"/>
                <a:endCxn id="1415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4" name="Google Shape;1434;p23"/>
              <p:cNvCxnSpPr>
                <a:stCxn id="1419" idx="5"/>
                <a:endCxn id="1421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5" name="Google Shape;1435;p23"/>
              <p:cNvCxnSpPr>
                <a:stCxn id="1418" idx="6"/>
                <a:endCxn id="1421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6" name="Google Shape;1436;p23"/>
              <p:cNvCxnSpPr>
                <a:stCxn id="1418" idx="5"/>
                <a:endCxn id="1420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7" name="Google Shape;1437;p23"/>
              <p:cNvCxnSpPr>
                <a:stCxn id="1415" idx="4"/>
                <a:endCxn id="1416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38" name="Google Shape;1438;p2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" name="Google Shape;1439;p23"/>
              <p:cNvCxnSpPr>
                <a:stCxn id="1421" idx="4"/>
                <a:endCxn id="1438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0" name="Google Shape;1440;p23"/>
              <p:cNvCxnSpPr>
                <a:stCxn id="1438" idx="1"/>
                <a:endCxn id="1416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1" name="Google Shape;1441;p2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2" name="Google Shape;1442;p23"/>
              <p:cNvCxnSpPr>
                <a:stCxn id="1438" idx="2"/>
                <a:endCxn id="1441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3" name="Google Shape;1443;p23"/>
              <p:cNvCxnSpPr>
                <a:stCxn id="1441" idx="1"/>
                <a:endCxn id="1420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4" name="Google Shape;1444;p23"/>
              <p:cNvCxnSpPr>
                <a:stCxn id="1441" idx="7"/>
                <a:endCxn id="1416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4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27"/>
          <p:cNvSpPr txBox="1">
            <a:spLocks noGrp="1"/>
          </p:cNvSpPr>
          <p:nvPr>
            <p:ph type="ctrTitle"/>
          </p:nvPr>
        </p:nvSpPr>
        <p:spPr>
          <a:xfrm>
            <a:off x="1733925" y="1330483"/>
            <a:ext cx="5676149" cy="11053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l-GR" sz="2000" dirty="0">
                <a:latin typeface="Calibri" panose="020F0502020204030204" pitchFamily="34" charset="0"/>
                <a:cs typeface="Calibri" panose="020F0502020204030204" pitchFamily="34" charset="0"/>
              </a:rPr>
              <a:t>ΒΑΣΙΚΕΣ ΑΡΧΕΣ ΔΙΚΤΥΩΝ ΚΙΝΗΤΩΝ ΕΠΙΚΟΙΝΩΝΙΩΝ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57" name="Google Shape;1457;p27"/>
          <p:cNvGrpSpPr/>
          <p:nvPr/>
        </p:nvGrpSpPr>
        <p:grpSpPr>
          <a:xfrm>
            <a:off x="7156409" y="1449013"/>
            <a:ext cx="401329" cy="434127"/>
            <a:chOff x="8667225" y="681525"/>
            <a:chExt cx="298275" cy="322675"/>
          </a:xfrm>
        </p:grpSpPr>
        <p:sp>
          <p:nvSpPr>
            <p:cNvPr id="1458" name="Google Shape;1458;p27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9" name="Google Shape;1459;p27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0" name="Google Shape;1460;p27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61" name="Google Shape;1461;p27"/>
          <p:cNvGrpSpPr/>
          <p:nvPr/>
        </p:nvGrpSpPr>
        <p:grpSpPr>
          <a:xfrm rot="-2214200">
            <a:off x="1213527" y="3460349"/>
            <a:ext cx="501360" cy="695474"/>
            <a:chOff x="140150" y="4340075"/>
            <a:chExt cx="406275" cy="563575"/>
          </a:xfrm>
        </p:grpSpPr>
        <p:sp>
          <p:nvSpPr>
            <p:cNvPr id="1462" name="Google Shape;1462;p2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" name="Google Shape;1463;p2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4" name="Google Shape;1464;p2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5" name="Google Shape;1465;p2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8CC9AF4-74F5-2B43-737C-8B5EBF1B0DBE}"/>
              </a:ext>
            </a:extLst>
          </p:cNvPr>
          <p:cNvSpPr txBox="1"/>
          <p:nvPr/>
        </p:nvSpPr>
        <p:spPr>
          <a:xfrm>
            <a:off x="2171640" y="2470638"/>
            <a:ext cx="52937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l-GR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Προσομοίωση κινητών δικτύων με </a:t>
            </a:r>
            <a:r>
              <a:rPr lang="en-US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Python </a:t>
            </a:r>
            <a:r>
              <a:rPr lang="el-GR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βάσει </a:t>
            </a:r>
            <a:r>
              <a:rPr lang="en-US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containers”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9A16BE-020E-ABE9-23A0-26506466D8EA}"/>
              </a:ext>
            </a:extLst>
          </p:cNvPr>
          <p:cNvSpPr txBox="1"/>
          <p:nvPr/>
        </p:nvSpPr>
        <p:spPr>
          <a:xfrm>
            <a:off x="5551714" y="281619"/>
            <a:ext cx="38910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el-G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ΠΑΝΕΠΙΣΤΗΜΙΟ ΠΑΤΡΩΝ –ΠΟΛΥΤΕΧΝΙΚΗ ΣΧΟΛΗ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/>
            <a:r>
              <a:rPr lang="el-G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ΤΜΗΜΑ ΜΗΧΑΝΙΚΩΝ Η/Υ &amp; ΠΛΗΡΟΦΟΡΙΚΗΣ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7BFA48-A1C0-BE83-57FC-ECE9CC1D1387}"/>
              </a:ext>
            </a:extLst>
          </p:cNvPr>
          <p:cNvSpPr txBox="1"/>
          <p:nvPr/>
        </p:nvSpPr>
        <p:spPr>
          <a:xfrm>
            <a:off x="1776488" y="2842793"/>
            <a:ext cx="52937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el-G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ΑΚΑΔΗΜΑΙΚΟ ΕΤΟΣ 2024-2025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485DA3-D817-AB9D-B33C-3BF6C0A27E6A}"/>
              </a:ext>
            </a:extLst>
          </p:cNvPr>
          <p:cNvSpPr txBox="1"/>
          <p:nvPr/>
        </p:nvSpPr>
        <p:spPr>
          <a:xfrm>
            <a:off x="1925138" y="3185411"/>
            <a:ext cx="52937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el-G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Χριστίνα Γιαν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l-G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έλη ΑΜ : 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1090055</a:t>
            </a:r>
            <a:r>
              <a:rPr lang="el-G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/>
            <a:r>
              <a:rPr lang="el-GR" sz="11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Χαρ</a:t>
            </a:r>
            <a:r>
              <a:rPr lang="en-US" sz="11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ά</a:t>
            </a:r>
            <a:r>
              <a:rPr lang="el-GR" sz="11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λαμπος</a:t>
            </a:r>
            <a:r>
              <a:rPr lang="el-G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Γιαννέλης ΑΜ : 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1093341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/>
          <p:cNvSpPr txBox="1">
            <a:spLocks noGrp="1"/>
          </p:cNvSpPr>
          <p:nvPr>
            <p:ph type="title"/>
          </p:nvPr>
        </p:nvSpPr>
        <p:spPr>
          <a:xfrm>
            <a:off x="1463100" y="2737926"/>
            <a:ext cx="6217800" cy="8460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Generate Traffic</a:t>
            </a:r>
          </a:p>
        </p:txBody>
      </p:sp>
      <p:sp>
        <p:nvSpPr>
          <p:cNvPr id="1505" name="Google Shape;1505;p31"/>
          <p:cNvSpPr txBox="1">
            <a:spLocks noGrp="1"/>
          </p:cNvSpPr>
          <p:nvPr>
            <p:ph type="title" idx="2"/>
          </p:nvPr>
        </p:nvSpPr>
        <p:spPr>
          <a:xfrm>
            <a:off x="3745950" y="1609026"/>
            <a:ext cx="1652100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1507" name="Google Shape;1507;p31"/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/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/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32"/>
          <p:cNvSpPr txBox="1">
            <a:spLocks noGrp="1"/>
          </p:cNvSpPr>
          <p:nvPr>
            <p:ph type="title"/>
          </p:nvPr>
        </p:nvSpPr>
        <p:spPr>
          <a:xfrm>
            <a:off x="1495235" y="624675"/>
            <a:ext cx="4967616" cy="58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</a:p>
        </p:txBody>
      </p:sp>
      <p:grpSp>
        <p:nvGrpSpPr>
          <p:cNvPr id="1523" name="Google Shape;1523;p32"/>
          <p:cNvGrpSpPr/>
          <p:nvPr/>
        </p:nvGrpSpPr>
        <p:grpSpPr>
          <a:xfrm>
            <a:off x="7892525" y="732325"/>
            <a:ext cx="298275" cy="322675"/>
            <a:chOff x="8667225" y="681525"/>
            <a:chExt cx="298275" cy="322675"/>
          </a:xfrm>
        </p:grpSpPr>
        <p:sp>
          <p:nvSpPr>
            <p:cNvPr id="1524" name="Google Shape;1524;p32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25" name="Google Shape;1525;p32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26" name="Google Shape;1526;p32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27" name="Google Shape;1527;p32"/>
          <p:cNvGrpSpPr/>
          <p:nvPr/>
        </p:nvGrpSpPr>
        <p:grpSpPr>
          <a:xfrm>
            <a:off x="6876731" y="3249642"/>
            <a:ext cx="3200330" cy="3127770"/>
            <a:chOff x="447667" y="285337"/>
            <a:chExt cx="3863733" cy="3776132"/>
          </a:xfrm>
        </p:grpSpPr>
        <p:sp>
          <p:nvSpPr>
            <p:cNvPr id="1528" name="Google Shape;1528;p32"/>
            <p:cNvSpPr/>
            <p:nvPr/>
          </p:nvSpPr>
          <p:spPr>
            <a:xfrm rot="10800000">
              <a:off x="4076800" y="2467368"/>
              <a:ext cx="234600" cy="234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29" name="Google Shape;1529;p32"/>
            <p:cNvSpPr/>
            <p:nvPr/>
          </p:nvSpPr>
          <p:spPr>
            <a:xfrm rot="10800000">
              <a:off x="1137802" y="3577294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0" name="Google Shape;1530;p32"/>
            <p:cNvSpPr/>
            <p:nvPr/>
          </p:nvSpPr>
          <p:spPr>
            <a:xfrm rot="10800000">
              <a:off x="1731851" y="997900"/>
              <a:ext cx="484500" cy="48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1" name="Google Shape;1531;p32"/>
            <p:cNvSpPr/>
            <p:nvPr/>
          </p:nvSpPr>
          <p:spPr>
            <a:xfrm rot="10800000">
              <a:off x="2254926" y="2505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2" name="Google Shape;1532;p32"/>
            <p:cNvSpPr/>
            <p:nvPr/>
          </p:nvSpPr>
          <p:spPr>
            <a:xfrm rot="10800000">
              <a:off x="3685300" y="3636544"/>
              <a:ext cx="116100" cy="11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3" name="Google Shape;1533;p32"/>
            <p:cNvSpPr/>
            <p:nvPr/>
          </p:nvSpPr>
          <p:spPr>
            <a:xfrm rot="10800000">
              <a:off x="2254926" y="39039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4" name="Google Shape;1534;p32"/>
            <p:cNvSpPr/>
            <p:nvPr/>
          </p:nvSpPr>
          <p:spPr>
            <a:xfrm rot="10800000">
              <a:off x="3125451" y="1436544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5" name="Google Shape;1535;p32"/>
            <p:cNvSpPr/>
            <p:nvPr/>
          </p:nvSpPr>
          <p:spPr>
            <a:xfrm rot="10800000">
              <a:off x="447667" y="2351269"/>
              <a:ext cx="116100" cy="11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36" name="Google Shape;1536;p32"/>
            <p:cNvCxnSpPr>
              <a:stCxn id="1532" idx="5"/>
              <a:endCxn id="1531" idx="1"/>
            </p:cNvCxnSpPr>
            <p:nvPr/>
          </p:nvCxnSpPr>
          <p:spPr>
            <a:xfrm rot="10800000">
              <a:off x="2389502" y="2640447"/>
              <a:ext cx="1312800" cy="1013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" name="Google Shape;1537;p32"/>
            <p:cNvCxnSpPr>
              <a:stCxn id="1533" idx="4"/>
              <a:endCxn id="1531" idx="0"/>
            </p:cNvCxnSpPr>
            <p:nvPr/>
          </p:nvCxnSpPr>
          <p:spPr>
            <a:xfrm rot="10800000">
              <a:off x="2333676" y="2663469"/>
              <a:ext cx="0" cy="1240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" name="Google Shape;1538;p32"/>
            <p:cNvCxnSpPr>
              <a:stCxn id="1528" idx="6"/>
              <a:endCxn id="1531" idx="2"/>
            </p:cNvCxnSpPr>
            <p:nvPr/>
          </p:nvCxnSpPr>
          <p:spPr>
            <a:xfrm rot="10800000">
              <a:off x="2412400" y="2584668"/>
              <a:ext cx="1664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" name="Google Shape;1539;p32"/>
            <p:cNvCxnSpPr>
              <a:stCxn id="1528" idx="0"/>
              <a:endCxn id="1532" idx="3"/>
            </p:cNvCxnSpPr>
            <p:nvPr/>
          </p:nvCxnSpPr>
          <p:spPr>
            <a:xfrm flipH="1">
              <a:off x="3784300" y="2701968"/>
              <a:ext cx="409800" cy="95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0" name="Google Shape;1540;p32"/>
            <p:cNvCxnSpPr>
              <a:stCxn id="1532" idx="7"/>
              <a:endCxn id="1533" idx="2"/>
            </p:cNvCxnSpPr>
            <p:nvPr/>
          </p:nvCxnSpPr>
          <p:spPr>
            <a:xfrm flipH="1">
              <a:off x="2412302" y="3735642"/>
              <a:ext cx="1290000" cy="24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1" name="Google Shape;1541;p32"/>
            <p:cNvCxnSpPr>
              <a:stCxn id="1533" idx="6"/>
              <a:endCxn id="1529" idx="1"/>
            </p:cNvCxnSpPr>
            <p:nvPr/>
          </p:nvCxnSpPr>
          <p:spPr>
            <a:xfrm rot="10800000">
              <a:off x="1338126" y="3777519"/>
              <a:ext cx="916800" cy="20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" name="Google Shape;1542;p32"/>
            <p:cNvCxnSpPr>
              <a:stCxn id="1531" idx="7"/>
              <a:endCxn id="1529" idx="3"/>
            </p:cNvCxnSpPr>
            <p:nvPr/>
          </p:nvCxnSpPr>
          <p:spPr>
            <a:xfrm flipH="1">
              <a:off x="1338091" y="2640304"/>
              <a:ext cx="939900" cy="971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3" name="Google Shape;1543;p32"/>
            <p:cNvCxnSpPr>
              <a:stCxn id="1528" idx="5"/>
              <a:endCxn id="1534" idx="1"/>
            </p:cNvCxnSpPr>
            <p:nvPr/>
          </p:nvCxnSpPr>
          <p:spPr>
            <a:xfrm rot="10800000">
              <a:off x="3259756" y="1571124"/>
              <a:ext cx="851400" cy="93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4" name="Google Shape;1544;p32"/>
            <p:cNvCxnSpPr>
              <a:stCxn id="1534" idx="7"/>
              <a:endCxn id="1531" idx="3"/>
            </p:cNvCxnSpPr>
            <p:nvPr/>
          </p:nvCxnSpPr>
          <p:spPr>
            <a:xfrm flipH="1">
              <a:off x="2389216" y="1570979"/>
              <a:ext cx="759300" cy="957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5" name="Google Shape;1545;p32"/>
            <p:cNvCxnSpPr>
              <a:stCxn id="1534" idx="5"/>
              <a:endCxn id="1530" idx="2"/>
            </p:cNvCxnSpPr>
            <p:nvPr/>
          </p:nvCxnSpPr>
          <p:spPr>
            <a:xfrm rot="10800000">
              <a:off x="2216416" y="1240009"/>
              <a:ext cx="932100" cy="21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6" name="Google Shape;1546;p32"/>
            <p:cNvCxnSpPr>
              <a:stCxn id="1530" idx="0"/>
              <a:endCxn id="1531" idx="5"/>
            </p:cNvCxnSpPr>
            <p:nvPr/>
          </p:nvCxnSpPr>
          <p:spPr>
            <a:xfrm>
              <a:off x="1974101" y="1482400"/>
              <a:ext cx="303900" cy="1046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7" name="Google Shape;1547;p32"/>
            <p:cNvCxnSpPr>
              <a:stCxn id="1530" idx="7"/>
              <a:endCxn id="1535" idx="3"/>
            </p:cNvCxnSpPr>
            <p:nvPr/>
          </p:nvCxnSpPr>
          <p:spPr>
            <a:xfrm flipH="1">
              <a:off x="546704" y="1411447"/>
              <a:ext cx="1256100" cy="95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8" name="Google Shape;1548;p32"/>
            <p:cNvCxnSpPr>
              <a:stCxn id="1531" idx="6"/>
              <a:endCxn id="1535" idx="2"/>
            </p:cNvCxnSpPr>
            <p:nvPr/>
          </p:nvCxnSpPr>
          <p:spPr>
            <a:xfrm rot="10800000">
              <a:off x="563826" y="2409419"/>
              <a:ext cx="1691100" cy="17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9" name="Google Shape;1549;p32"/>
            <p:cNvCxnSpPr>
              <a:stCxn id="1535" idx="0"/>
              <a:endCxn id="1529" idx="5"/>
            </p:cNvCxnSpPr>
            <p:nvPr/>
          </p:nvCxnSpPr>
          <p:spPr>
            <a:xfrm>
              <a:off x="505717" y="2467369"/>
              <a:ext cx="666300" cy="1144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0" name="Google Shape;1550;p32"/>
            <p:cNvCxnSpPr>
              <a:stCxn id="1532" idx="4"/>
              <a:endCxn id="1530" idx="1"/>
            </p:cNvCxnSpPr>
            <p:nvPr/>
          </p:nvCxnSpPr>
          <p:spPr>
            <a:xfrm rot="10800000">
              <a:off x="2145250" y="1411444"/>
              <a:ext cx="1598100" cy="2225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1" name="Google Shape;1551;p32"/>
            <p:cNvCxnSpPr>
              <a:stCxn id="1529" idx="4"/>
              <a:endCxn id="1530" idx="7"/>
            </p:cNvCxnSpPr>
            <p:nvPr/>
          </p:nvCxnSpPr>
          <p:spPr>
            <a:xfrm rot="10800000" flipH="1">
              <a:off x="1255102" y="1411594"/>
              <a:ext cx="547800" cy="216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2" name="Google Shape;1552;p32"/>
            <p:cNvCxnSpPr>
              <a:stCxn id="1528" idx="5"/>
              <a:endCxn id="1530" idx="1"/>
            </p:cNvCxnSpPr>
            <p:nvPr/>
          </p:nvCxnSpPr>
          <p:spPr>
            <a:xfrm rot="10800000">
              <a:off x="2145256" y="1411524"/>
              <a:ext cx="1965900" cy="109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53" name="Google Shape;1553;p32"/>
            <p:cNvSpPr/>
            <p:nvPr/>
          </p:nvSpPr>
          <p:spPr>
            <a:xfrm rot="10800000">
              <a:off x="873701" y="691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54" name="Google Shape;1554;p32"/>
            <p:cNvCxnSpPr>
              <a:stCxn id="1535" idx="4"/>
              <a:endCxn id="1553" idx="7"/>
            </p:cNvCxnSpPr>
            <p:nvPr/>
          </p:nvCxnSpPr>
          <p:spPr>
            <a:xfrm rot="10800000" flipH="1">
              <a:off x="505717" y="826369"/>
              <a:ext cx="390900" cy="1524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2"/>
            <p:cNvCxnSpPr>
              <a:stCxn id="1553" idx="2"/>
              <a:endCxn id="1530" idx="5"/>
            </p:cNvCxnSpPr>
            <p:nvPr/>
          </p:nvCxnSpPr>
          <p:spPr>
            <a:xfrm>
              <a:off x="1031201" y="770619"/>
              <a:ext cx="771600" cy="298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6" name="Google Shape;1556;p32"/>
            <p:cNvCxnSpPr>
              <a:stCxn id="1553" idx="0"/>
              <a:endCxn id="1529" idx="4"/>
            </p:cNvCxnSpPr>
            <p:nvPr/>
          </p:nvCxnSpPr>
          <p:spPr>
            <a:xfrm>
              <a:off x="952451" y="849369"/>
              <a:ext cx="302700" cy="2727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7" name="Google Shape;1557;p32"/>
            <p:cNvCxnSpPr>
              <a:stCxn id="1553" idx="1"/>
              <a:endCxn id="1531" idx="5"/>
            </p:cNvCxnSpPr>
            <p:nvPr/>
          </p:nvCxnSpPr>
          <p:spPr>
            <a:xfrm>
              <a:off x="1008136" y="826304"/>
              <a:ext cx="1269900" cy="17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58" name="Google Shape;1558;p32"/>
            <p:cNvSpPr/>
            <p:nvPr/>
          </p:nvSpPr>
          <p:spPr>
            <a:xfrm rot="10800000">
              <a:off x="2346923" y="285337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59" name="Google Shape;1559;p32"/>
            <p:cNvCxnSpPr>
              <a:cxnSpLocks/>
              <a:stCxn id="1553" idx="2"/>
              <a:endCxn id="1558" idx="6"/>
            </p:cNvCxnSpPr>
            <p:nvPr/>
          </p:nvCxnSpPr>
          <p:spPr>
            <a:xfrm rot="10800000" flipH="1">
              <a:off x="1031201" y="402519"/>
              <a:ext cx="1315800" cy="36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0" name="Google Shape;1560;p32"/>
            <p:cNvCxnSpPr>
              <a:stCxn id="1558" idx="1"/>
              <a:endCxn id="1534" idx="5"/>
            </p:cNvCxnSpPr>
            <p:nvPr/>
          </p:nvCxnSpPr>
          <p:spPr>
            <a:xfrm>
              <a:off x="2547166" y="485580"/>
              <a:ext cx="601200" cy="974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FC2FD18-02B7-C7F7-387E-796489D04A6B}"/>
              </a:ext>
            </a:extLst>
          </p:cNvPr>
          <p:cNvSpPr txBox="1"/>
          <p:nvPr/>
        </p:nvSpPr>
        <p:spPr>
          <a:xfrm>
            <a:off x="1495235" y="1364187"/>
            <a:ext cx="528775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Στόχος του Έργου: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Δημιουργία προσομοιωμένου δικτύου κινητών επικοινωνιών χρησιμοποιώντας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Docker.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Ανάλυση διαφορετικών τύπων κυκλοφορίας: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Gaming, Streaming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UDP Multicast Video.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Εφαρμογή μηχανισμού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handover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τη διαχείριση των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σε διαφορετικούς σταθμούς βάσης.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Τεχνολογίες και Εργαλεία: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Docker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τη δημιουργία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δικτύων.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Python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scripting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αυτοματοποίηση.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FFmpeg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τη μετάδοση και λήψη βίντεο.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Matplotlib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</a:t>
            </a:r>
            <a:r>
              <a:rPr lang="el-G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οπτικοποίηση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Socket programming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υλοποίηση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servers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clients.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/>
          <p:cNvSpPr txBox="1">
            <a:spLocks noGrp="1"/>
          </p:cNvSpPr>
          <p:nvPr>
            <p:ph type="title"/>
          </p:nvPr>
        </p:nvSpPr>
        <p:spPr>
          <a:xfrm>
            <a:off x="1236551" y="1173666"/>
            <a:ext cx="288247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Gaming Traffic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A2DAA-DFE4-9BFB-D4A0-1E5101C8DE1A}"/>
              </a:ext>
            </a:extLst>
          </p:cNvPr>
          <p:cNvSpPr txBox="1"/>
          <p:nvPr/>
        </p:nvSpPr>
        <p:spPr>
          <a:xfrm>
            <a:off x="845447" y="2411079"/>
            <a:ext cx="327358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Μικρά και συχνά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UDP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πακέτα που προσομοιώνουν για παράδειγμα τη θέση του παίκτη οι τις ενέργειες που εκτελεί στο παιχνίδι. Μέγεθος πακέτου: 50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KB.</a:t>
            </a:r>
          </a:p>
          <a:p>
            <a:pPr marL="457200" lvl="1"/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Χρήση πρωτοκόλλου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UDP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χαμηλή καθυστέρηση και γρήγορη μετάδοση.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endParaRPr lang="el-GR" dirty="0"/>
          </a:p>
        </p:txBody>
      </p:sp>
      <p:sp>
        <p:nvSpPr>
          <p:cNvPr id="17" name="Google Shape;1565;p33">
            <a:extLst>
              <a:ext uri="{FF2B5EF4-FFF2-40B4-BE49-F238E27FC236}">
                <a16:creationId xmlns:a16="http://schemas.microsoft.com/office/drawing/2014/main" id="{C9FADC70-A550-6173-97AE-4DFA92B6C607}"/>
              </a:ext>
            </a:extLst>
          </p:cNvPr>
          <p:cNvSpPr txBox="1">
            <a:spLocks/>
          </p:cNvSpPr>
          <p:nvPr/>
        </p:nvSpPr>
        <p:spPr>
          <a:xfrm>
            <a:off x="1286841" y="2093087"/>
            <a:ext cx="1904475" cy="46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algn="ctr"/>
            <a:r>
              <a:rPr lang="en-US" sz="2000" dirty="0"/>
              <a:t>Gaming Client </a:t>
            </a:r>
          </a:p>
        </p:txBody>
      </p:sp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547A4340-5833-855B-4CBE-04D0C953C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042"/>
          <a:stretch/>
        </p:blipFill>
        <p:spPr>
          <a:xfrm>
            <a:off x="4974681" y="1173666"/>
            <a:ext cx="3011001" cy="29338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>
          <a:extLst>
            <a:ext uri="{FF2B5EF4-FFF2-40B4-BE49-F238E27FC236}">
              <a16:creationId xmlns:a16="http://schemas.microsoft.com/office/drawing/2014/main" id="{D2ACA03E-E214-4920-C291-E5239819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>
            <a:extLst>
              <a:ext uri="{FF2B5EF4-FFF2-40B4-BE49-F238E27FC236}">
                <a16:creationId xmlns:a16="http://schemas.microsoft.com/office/drawing/2014/main" id="{7DB3AA1E-4DF4-805B-CEBE-6D15677940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5659" y="617923"/>
            <a:ext cx="36878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Gaming Containers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9BE3B-DE1E-B7C2-DA67-5D7C6D67FE4D}"/>
              </a:ext>
            </a:extLst>
          </p:cNvPr>
          <p:cNvSpPr txBox="1"/>
          <p:nvPr/>
        </p:nvSpPr>
        <p:spPr>
          <a:xfrm>
            <a:off x="703213" y="1459887"/>
            <a:ext cx="33639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Υλοποίηση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Gaming Clients: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Containers: 4 gaming devices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Αποστολή πακέτων στον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gaming server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 τυχαίες καθυστερήσεις.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Καταγραφή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logs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την παρακολούθηση της επικοινωνίας.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Η χρήση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UDP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σημαίνει ότι δεν υπάρχει εγγύηση παράδοσης, αλλά επιτυγχάνεται χαμηλή καθυστέρηση.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D3EB0AF-03AA-8DFE-B200-E2ACA93BCA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" r="38384"/>
          <a:stretch/>
        </p:blipFill>
        <p:spPr>
          <a:xfrm>
            <a:off x="4572000" y="1971415"/>
            <a:ext cx="4034288" cy="193222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65842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>
          <a:extLst>
            <a:ext uri="{FF2B5EF4-FFF2-40B4-BE49-F238E27FC236}">
              <a16:creationId xmlns:a16="http://schemas.microsoft.com/office/drawing/2014/main" id="{D2BC6409-B36C-75FA-8590-BAA94623B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>
            <a:extLst>
              <a:ext uri="{FF2B5EF4-FFF2-40B4-BE49-F238E27FC236}">
                <a16:creationId xmlns:a16="http://schemas.microsoft.com/office/drawing/2014/main" id="{B2476FE7-171B-CEC7-5445-0A5E19F09A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190" y="1309338"/>
            <a:ext cx="288247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Gaming Server 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76C4F-E93A-4FFB-FD1F-223FC5C2063C}"/>
              </a:ext>
            </a:extLst>
          </p:cNvPr>
          <p:cNvSpPr txBox="1"/>
          <p:nvPr/>
        </p:nvSpPr>
        <p:spPr>
          <a:xfrm>
            <a:off x="641125" y="2096409"/>
            <a:ext cx="33869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Container: gaming_server_container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στη θύρα 8080. </a:t>
            </a:r>
          </a:p>
          <a:p>
            <a:pPr marL="457200" lvl="1"/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Χρήση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Python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βιβλιοθήκης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socket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δημιουργία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UDP server.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57200" lvl="1"/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Λήψη δεδομένων από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clients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αποστολή απαντήσεων.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030EE4CF-E5A8-180B-45B3-6BFED7B9A3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996"/>
          <a:stretch/>
        </p:blipFill>
        <p:spPr>
          <a:xfrm>
            <a:off x="4623156" y="1031820"/>
            <a:ext cx="3382362" cy="33012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85472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>
          <a:extLst>
            <a:ext uri="{FF2B5EF4-FFF2-40B4-BE49-F238E27FC236}">
              <a16:creationId xmlns:a16="http://schemas.microsoft.com/office/drawing/2014/main" id="{4B114E65-0B9F-5C33-6BB6-37309AB53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>
            <a:extLst>
              <a:ext uri="{FF2B5EF4-FFF2-40B4-BE49-F238E27FC236}">
                <a16:creationId xmlns:a16="http://schemas.microsoft.com/office/drawing/2014/main" id="{0C9A94C9-ABFC-5B74-70C5-B5DAEE027C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5447" y="624428"/>
            <a:ext cx="342160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Streaming Traffic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91F7B2-503B-5177-0FA4-84CBAF93D464}"/>
              </a:ext>
            </a:extLst>
          </p:cNvPr>
          <p:cNvSpPr txBox="1"/>
          <p:nvPr/>
        </p:nvSpPr>
        <p:spPr>
          <a:xfrm>
            <a:off x="637949" y="1944745"/>
            <a:ext cx="350850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Μετάδοση μεγάλων δεδομένων μέσω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HTTP POST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αιτημάτων.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Κάθε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client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δημιουργεί δεδομένα 10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MB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σε κάθε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iteration.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Χρήση πρωτοκόλλου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TCP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αξιόπιστη μεταφορά.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Υπολογισμός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bandwidth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χρόνου αποστολής.</a:t>
            </a:r>
          </a:p>
          <a:p>
            <a:pPr marL="457200" lvl="1"/>
            <a:endParaRPr lang="el-GR" dirty="0"/>
          </a:p>
        </p:txBody>
      </p:sp>
      <p:sp>
        <p:nvSpPr>
          <p:cNvPr id="17" name="Google Shape;1565;p33">
            <a:extLst>
              <a:ext uri="{FF2B5EF4-FFF2-40B4-BE49-F238E27FC236}">
                <a16:creationId xmlns:a16="http://schemas.microsoft.com/office/drawing/2014/main" id="{191B58B9-94D9-FA2F-4919-4845B9421EC1}"/>
              </a:ext>
            </a:extLst>
          </p:cNvPr>
          <p:cNvSpPr txBox="1">
            <a:spLocks/>
          </p:cNvSpPr>
          <p:nvPr/>
        </p:nvSpPr>
        <p:spPr>
          <a:xfrm>
            <a:off x="891667" y="1402550"/>
            <a:ext cx="2673214" cy="46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algn="ctr"/>
            <a:r>
              <a:rPr lang="en-US" sz="2000" dirty="0"/>
              <a:t>Streaming Client 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386EFC2-9847-A7F0-75CF-4B50753EF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645" y="1261072"/>
            <a:ext cx="2965644" cy="296564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375537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>
          <a:extLst>
            <a:ext uri="{FF2B5EF4-FFF2-40B4-BE49-F238E27FC236}">
              <a16:creationId xmlns:a16="http://schemas.microsoft.com/office/drawing/2014/main" id="{38A35440-A3F6-790D-A59E-0154AC37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>
            <a:extLst>
              <a:ext uri="{FF2B5EF4-FFF2-40B4-BE49-F238E27FC236}">
                <a16:creationId xmlns:a16="http://schemas.microsoft.com/office/drawing/2014/main" id="{F30BAC2D-716F-D713-9FCC-C1BA40D207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7870" y="1015746"/>
            <a:ext cx="342160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Streaming Traffic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C43B1C-9F4D-58C5-5A3C-A19213B91512}"/>
              </a:ext>
            </a:extLst>
          </p:cNvPr>
          <p:cNvSpPr txBox="1"/>
          <p:nvPr/>
        </p:nvSpPr>
        <p:spPr>
          <a:xfrm>
            <a:off x="548893" y="2411079"/>
            <a:ext cx="356012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Container: streaming_server_container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στο οποίο συνδέονται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streaming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Χρήση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Flask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τη δημιουργία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HTTP server.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Endpoint /upload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λήψη δεδομένων από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clients.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endParaRPr lang="el-GR" dirty="0"/>
          </a:p>
        </p:txBody>
      </p:sp>
      <p:sp>
        <p:nvSpPr>
          <p:cNvPr id="17" name="Google Shape;1565;p33">
            <a:extLst>
              <a:ext uri="{FF2B5EF4-FFF2-40B4-BE49-F238E27FC236}">
                <a16:creationId xmlns:a16="http://schemas.microsoft.com/office/drawing/2014/main" id="{D51BE074-6A6E-C660-4476-9CF714237108}"/>
              </a:ext>
            </a:extLst>
          </p:cNvPr>
          <p:cNvSpPr txBox="1">
            <a:spLocks/>
          </p:cNvSpPr>
          <p:nvPr/>
        </p:nvSpPr>
        <p:spPr>
          <a:xfrm>
            <a:off x="667862" y="1789412"/>
            <a:ext cx="2673214" cy="46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algn="ctr"/>
            <a:r>
              <a:rPr lang="en-US" sz="2000" dirty="0"/>
              <a:t>Streaming Server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0F0DC20-7CFD-00CA-2209-E1C96D03E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934" y="1015746"/>
            <a:ext cx="3436392" cy="35102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633122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>
          <a:extLst>
            <a:ext uri="{FF2B5EF4-FFF2-40B4-BE49-F238E27FC236}">
              <a16:creationId xmlns:a16="http://schemas.microsoft.com/office/drawing/2014/main" id="{21C2257B-899D-C3E1-601C-93E2CD20A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>
            <a:extLst>
              <a:ext uri="{FF2B5EF4-FFF2-40B4-BE49-F238E27FC236}">
                <a16:creationId xmlns:a16="http://schemas.microsoft.com/office/drawing/2014/main" id="{BF3F62EA-B4C7-4152-A619-C6BDD376E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374" y="624428"/>
            <a:ext cx="58750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UDP Multicast Video Streaming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C43B0-4105-E67E-204C-B68C1BA46203}"/>
              </a:ext>
            </a:extLst>
          </p:cNvPr>
          <p:cNvSpPr txBox="1"/>
          <p:nvPr/>
        </p:nvSpPr>
        <p:spPr>
          <a:xfrm>
            <a:off x="608854" y="1633889"/>
            <a:ext cx="343880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Μετάδοση βίντεο σε πραγματικό χρόνο σε πολλαπλούς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receivers.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Χρήση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UDP multicast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διεύθυνσης 224.0.0.1:1234.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video_server_container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lvl="1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Χρήση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FFmpeg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αναπαραγωγή και μετάδοση του βίντεο.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Η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multicast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μετάδοση επιτρέπει αποδοτική χρήση του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bandwidth,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καθώς το βίντεο αποστέλλεται μία φορά ανεξάρτητα από τον αριθμό των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receivers.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C3DE2A48-3BAD-7412-E155-1BD2FC6FD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957" y="1553477"/>
            <a:ext cx="3963841" cy="284938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631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>
          <a:extLst>
            <a:ext uri="{FF2B5EF4-FFF2-40B4-BE49-F238E27FC236}">
              <a16:creationId xmlns:a16="http://schemas.microsoft.com/office/drawing/2014/main" id="{6572D938-1355-F1E9-4E21-50C388C5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>
            <a:extLst>
              <a:ext uri="{FF2B5EF4-FFF2-40B4-BE49-F238E27FC236}">
                <a16:creationId xmlns:a16="http://schemas.microsoft.com/office/drawing/2014/main" id="{ADF6EF5E-2469-4C49-EB20-ADF1A17AD4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3100" y="2737926"/>
            <a:ext cx="6217800" cy="8460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Initialize Env</a:t>
            </a:r>
          </a:p>
        </p:txBody>
      </p:sp>
      <p:sp>
        <p:nvSpPr>
          <p:cNvPr id="1505" name="Google Shape;1505;p31">
            <a:extLst>
              <a:ext uri="{FF2B5EF4-FFF2-40B4-BE49-F238E27FC236}">
                <a16:creationId xmlns:a16="http://schemas.microsoft.com/office/drawing/2014/main" id="{90553C61-9A1C-28B5-BD29-AB42127464D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5950" y="1609026"/>
            <a:ext cx="1652100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507" name="Google Shape;1507;p31">
            <a:extLst>
              <a:ext uri="{FF2B5EF4-FFF2-40B4-BE49-F238E27FC236}">
                <a16:creationId xmlns:a16="http://schemas.microsoft.com/office/drawing/2014/main" id="{18A3CBEE-F35D-C37F-A916-745F2CF9FD51}"/>
              </a:ext>
            </a:extLst>
          </p:cNvPr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>
              <a:extLst>
                <a:ext uri="{FF2B5EF4-FFF2-40B4-BE49-F238E27FC236}">
                  <a16:creationId xmlns:a16="http://schemas.microsoft.com/office/drawing/2014/main" id="{E1C2B8BD-2CCE-8EE7-4CEF-D00A1CB85733}"/>
                </a:ext>
              </a:extLst>
            </p:cNvPr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>
              <a:extLst>
                <a:ext uri="{FF2B5EF4-FFF2-40B4-BE49-F238E27FC236}">
                  <a16:creationId xmlns:a16="http://schemas.microsoft.com/office/drawing/2014/main" id="{CB977A94-E904-1888-3686-C4A1CA4F1A45}"/>
                </a:ext>
              </a:extLst>
            </p:cNvPr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>
              <a:extLst>
                <a:ext uri="{FF2B5EF4-FFF2-40B4-BE49-F238E27FC236}">
                  <a16:creationId xmlns:a16="http://schemas.microsoft.com/office/drawing/2014/main" id="{C2F40550-E010-2F41-88CF-17BFF8180F85}"/>
                </a:ext>
              </a:extLst>
            </p:cNvPr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>
            <a:extLst>
              <a:ext uri="{FF2B5EF4-FFF2-40B4-BE49-F238E27FC236}">
                <a16:creationId xmlns:a16="http://schemas.microsoft.com/office/drawing/2014/main" id="{11E342CF-2BE1-1A67-9B9C-480A2786426E}"/>
              </a:ext>
            </a:extLst>
          </p:cNvPr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>
              <a:extLst>
                <a:ext uri="{FF2B5EF4-FFF2-40B4-BE49-F238E27FC236}">
                  <a16:creationId xmlns:a16="http://schemas.microsoft.com/office/drawing/2014/main" id="{ED011758-1AA5-45C6-CC77-D716892247FA}"/>
                </a:ext>
              </a:extLst>
            </p:cNvPr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>
              <a:extLst>
                <a:ext uri="{FF2B5EF4-FFF2-40B4-BE49-F238E27FC236}">
                  <a16:creationId xmlns:a16="http://schemas.microsoft.com/office/drawing/2014/main" id="{886C179E-4FB5-B019-1049-F133C24BEE09}"/>
                </a:ext>
              </a:extLst>
            </p:cNvPr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>
              <a:extLst>
                <a:ext uri="{FF2B5EF4-FFF2-40B4-BE49-F238E27FC236}">
                  <a16:creationId xmlns:a16="http://schemas.microsoft.com/office/drawing/2014/main" id="{0426E604-3BAD-E7BF-541C-937910450F58}"/>
                </a:ext>
              </a:extLst>
            </p:cNvPr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>
              <a:extLst>
                <a:ext uri="{FF2B5EF4-FFF2-40B4-BE49-F238E27FC236}">
                  <a16:creationId xmlns:a16="http://schemas.microsoft.com/office/drawing/2014/main" id="{72786D90-6769-FDA0-44B2-72F09212E48F}"/>
                </a:ext>
              </a:extLst>
            </p:cNvPr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8523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48625D-047F-028A-5E54-64176B59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483391"/>
            <a:ext cx="7717500" cy="572700"/>
          </a:xfrm>
        </p:spPr>
        <p:txBody>
          <a:bodyPr/>
          <a:lstStyle/>
          <a:p>
            <a:r>
              <a:rPr lang="en-US" dirty="0"/>
              <a:t>Initialize Environment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C21D5C-EB1F-98A9-E554-BDBB1DB14DEA}"/>
              </a:ext>
            </a:extLst>
          </p:cNvPr>
          <p:cNvSpPr txBox="1"/>
          <p:nvPr/>
        </p:nvSpPr>
        <p:spPr>
          <a:xfrm>
            <a:off x="1050418" y="1296095"/>
            <a:ext cx="70431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Δημιουργία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Docker Networks: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server_network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Σύνδεση των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gaming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streaming servers.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video_network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Μετάδοση του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multicast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βίντεο.</a:t>
            </a: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Δημιουργία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Base Station Networks: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base_station_1, base_station_2, base_station_3.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Κάθε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αντιπροσωπεύει ένα σημείο πρόσβασης στο δίκτυο.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Καθαρισμός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Docker Resources: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Εκτέλεση της συνάρτησης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cleanup_docker_resources()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διαγραφή προηγούμενων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images.</a:t>
            </a:r>
          </a:p>
        </p:txBody>
      </p:sp>
      <p:sp>
        <p:nvSpPr>
          <p:cNvPr id="9" name="Google Shape;1753;p40">
            <a:extLst>
              <a:ext uri="{FF2B5EF4-FFF2-40B4-BE49-F238E27FC236}">
                <a16:creationId xmlns:a16="http://schemas.microsoft.com/office/drawing/2014/main" id="{44D0E902-6FDA-A497-C544-9D8932E9D93A}"/>
              </a:ext>
            </a:extLst>
          </p:cNvPr>
          <p:cNvSpPr/>
          <p:nvPr/>
        </p:nvSpPr>
        <p:spPr>
          <a:xfrm>
            <a:off x="692609" y="1296095"/>
            <a:ext cx="252300" cy="2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754;p40">
            <a:extLst>
              <a:ext uri="{FF2B5EF4-FFF2-40B4-BE49-F238E27FC236}">
                <a16:creationId xmlns:a16="http://schemas.microsoft.com/office/drawing/2014/main" id="{95CB92E3-4CBB-DBE7-E8DA-7C49589882F0}"/>
              </a:ext>
            </a:extLst>
          </p:cNvPr>
          <p:cNvSpPr/>
          <p:nvPr/>
        </p:nvSpPr>
        <p:spPr>
          <a:xfrm>
            <a:off x="692609" y="2400839"/>
            <a:ext cx="252300" cy="252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756;p40">
            <a:extLst>
              <a:ext uri="{FF2B5EF4-FFF2-40B4-BE49-F238E27FC236}">
                <a16:creationId xmlns:a16="http://schemas.microsoft.com/office/drawing/2014/main" id="{404D6364-AA62-4F2D-5275-8D5BC2661B69}"/>
              </a:ext>
            </a:extLst>
          </p:cNvPr>
          <p:cNvSpPr/>
          <p:nvPr/>
        </p:nvSpPr>
        <p:spPr>
          <a:xfrm>
            <a:off x="692609" y="3505583"/>
            <a:ext cx="252300" cy="252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>
          <a:extLst>
            <a:ext uri="{FF2B5EF4-FFF2-40B4-BE49-F238E27FC236}">
              <a16:creationId xmlns:a16="http://schemas.microsoft.com/office/drawing/2014/main" id="{3FDD8C5A-CBFB-38AF-0263-0A2163A4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0635D4-5571-CC63-6E30-F665B6ED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483391"/>
            <a:ext cx="7717500" cy="572700"/>
          </a:xfrm>
        </p:spPr>
        <p:txBody>
          <a:bodyPr/>
          <a:lstStyle/>
          <a:p>
            <a:r>
              <a:rPr lang="en-US" dirty="0"/>
              <a:t>Initialize Environment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2BA83-7CC8-0EEE-C35E-8ED752CD6D50}"/>
              </a:ext>
            </a:extLst>
          </p:cNvPr>
          <p:cNvSpPr txBox="1"/>
          <p:nvPr/>
        </p:nvSpPr>
        <p:spPr>
          <a:xfrm>
            <a:off x="1208818" y="1519623"/>
            <a:ext cx="33631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Δημιουργία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Docker Images:</a:t>
            </a:r>
          </a:p>
          <a:p>
            <a:pPr marL="457200" lvl="1"/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Servers:</a:t>
            </a:r>
          </a:p>
          <a:p>
            <a:pPr marL="457200" lvl="1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gaming_server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-image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streaming_server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-image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video_server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-image</a:t>
            </a:r>
          </a:p>
          <a:p>
            <a:pPr marL="914400" lvl="2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Devices:</a:t>
            </a:r>
          </a:p>
          <a:p>
            <a:pPr marL="457200" lvl="1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gaming_device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-image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streaming_device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-image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video_device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-image</a:t>
            </a:r>
          </a:p>
          <a:p>
            <a:pPr marL="914400" lvl="2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8FD0D-F083-7A20-4AC3-DC6C6A643B5F}"/>
              </a:ext>
            </a:extLst>
          </p:cNvPr>
          <p:cNvSpPr txBox="1"/>
          <p:nvPr/>
        </p:nvSpPr>
        <p:spPr>
          <a:xfrm>
            <a:off x="4878933" y="1509921"/>
            <a:ext cx="30757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Δημιουργία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Containers:</a:t>
            </a: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3 servers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12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devices (4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κάθε τύπο κυκλοφορίας).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Σύνολο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containers: 15.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Εκτέλεση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Scripts:</a:t>
            </a: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script.py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Δημιουργία περιβάλλοντος.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monitor_global.py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Έναρξη παρακολούθησης και εφαρμογή μηχανισμού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handover</a:t>
            </a:r>
            <a:endParaRPr lang="en-US" dirty="0"/>
          </a:p>
        </p:txBody>
      </p:sp>
      <p:sp>
        <p:nvSpPr>
          <p:cNvPr id="5" name="Google Shape;1753;p40">
            <a:extLst>
              <a:ext uri="{FF2B5EF4-FFF2-40B4-BE49-F238E27FC236}">
                <a16:creationId xmlns:a16="http://schemas.microsoft.com/office/drawing/2014/main" id="{DB98566D-E955-F4ED-F98B-228626763D53}"/>
              </a:ext>
            </a:extLst>
          </p:cNvPr>
          <p:cNvSpPr/>
          <p:nvPr/>
        </p:nvSpPr>
        <p:spPr>
          <a:xfrm>
            <a:off x="1063209" y="1509921"/>
            <a:ext cx="252300" cy="2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756;p40">
            <a:extLst>
              <a:ext uri="{FF2B5EF4-FFF2-40B4-BE49-F238E27FC236}">
                <a16:creationId xmlns:a16="http://schemas.microsoft.com/office/drawing/2014/main" id="{70A8C1C6-05A7-4EB2-6CFD-25FC74954D1F}"/>
              </a:ext>
            </a:extLst>
          </p:cNvPr>
          <p:cNvSpPr/>
          <p:nvPr/>
        </p:nvSpPr>
        <p:spPr>
          <a:xfrm>
            <a:off x="4552541" y="1519623"/>
            <a:ext cx="252300" cy="252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755;p40">
            <a:extLst>
              <a:ext uri="{FF2B5EF4-FFF2-40B4-BE49-F238E27FC236}">
                <a16:creationId xmlns:a16="http://schemas.microsoft.com/office/drawing/2014/main" id="{BFC65128-0B76-81FB-38A2-B1B5ADC7F9E6}"/>
              </a:ext>
            </a:extLst>
          </p:cNvPr>
          <p:cNvSpPr/>
          <p:nvPr/>
        </p:nvSpPr>
        <p:spPr>
          <a:xfrm>
            <a:off x="4552541" y="2841916"/>
            <a:ext cx="252300" cy="25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1306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Google Shape;1592;p35"/>
          <p:cNvGrpSpPr/>
          <p:nvPr/>
        </p:nvGrpSpPr>
        <p:grpSpPr>
          <a:xfrm flipH="1">
            <a:off x="1415537" y="932816"/>
            <a:ext cx="401329" cy="434127"/>
            <a:chOff x="8667225" y="681525"/>
            <a:chExt cx="298275" cy="322675"/>
          </a:xfrm>
        </p:grpSpPr>
        <p:sp>
          <p:nvSpPr>
            <p:cNvPr id="1593" name="Google Shape;1593;p35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4" name="Google Shape;1594;p35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5" name="Google Shape;1595;p35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96" name="Google Shape;1596;p35"/>
          <p:cNvGrpSpPr/>
          <p:nvPr/>
        </p:nvGrpSpPr>
        <p:grpSpPr>
          <a:xfrm rot="2214200" flipH="1">
            <a:off x="7044735" y="3647241"/>
            <a:ext cx="501360" cy="695474"/>
            <a:chOff x="140150" y="4340075"/>
            <a:chExt cx="406275" cy="563575"/>
          </a:xfrm>
        </p:grpSpPr>
        <p:sp>
          <p:nvSpPr>
            <p:cNvPr id="1597" name="Google Shape;1597;p35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8" name="Google Shape;1598;p35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9" name="Google Shape;1599;p35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00" name="Google Shape;1600;p35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956A2C0-1CFD-6064-6744-CCA2D9BE9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7" y="535131"/>
            <a:ext cx="6966020" cy="418089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>
          <a:extLst>
            <a:ext uri="{FF2B5EF4-FFF2-40B4-BE49-F238E27FC236}">
              <a16:creationId xmlns:a16="http://schemas.microsoft.com/office/drawing/2014/main" id="{86E20427-6040-0F24-E719-6703632DA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>
            <a:extLst>
              <a:ext uri="{FF2B5EF4-FFF2-40B4-BE49-F238E27FC236}">
                <a16:creationId xmlns:a16="http://schemas.microsoft.com/office/drawing/2014/main" id="{6C1AAF68-92F9-84C3-88BE-FC96E7BD2A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3100" y="3191398"/>
            <a:ext cx="6217800" cy="8460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Handover Mechanism</a:t>
            </a:r>
          </a:p>
        </p:txBody>
      </p:sp>
      <p:sp>
        <p:nvSpPr>
          <p:cNvPr id="1505" name="Google Shape;1505;p31">
            <a:extLst>
              <a:ext uri="{FF2B5EF4-FFF2-40B4-BE49-F238E27FC236}">
                <a16:creationId xmlns:a16="http://schemas.microsoft.com/office/drawing/2014/main" id="{E2C66D26-C0D1-ACA8-9653-697EE65D9DD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5950" y="1174335"/>
            <a:ext cx="1652100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507" name="Google Shape;1507;p31">
            <a:extLst>
              <a:ext uri="{FF2B5EF4-FFF2-40B4-BE49-F238E27FC236}">
                <a16:creationId xmlns:a16="http://schemas.microsoft.com/office/drawing/2014/main" id="{B7110B8D-B0DA-A0E0-23D5-97EE2BD1D20A}"/>
              </a:ext>
            </a:extLst>
          </p:cNvPr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>
              <a:extLst>
                <a:ext uri="{FF2B5EF4-FFF2-40B4-BE49-F238E27FC236}">
                  <a16:creationId xmlns:a16="http://schemas.microsoft.com/office/drawing/2014/main" id="{CC898DA5-9F66-06A9-DC0C-1DE1CD2BB405}"/>
                </a:ext>
              </a:extLst>
            </p:cNvPr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>
              <a:extLst>
                <a:ext uri="{FF2B5EF4-FFF2-40B4-BE49-F238E27FC236}">
                  <a16:creationId xmlns:a16="http://schemas.microsoft.com/office/drawing/2014/main" id="{BB16ABCF-8864-9AE6-7722-D1C996DB65E2}"/>
                </a:ext>
              </a:extLst>
            </p:cNvPr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>
              <a:extLst>
                <a:ext uri="{FF2B5EF4-FFF2-40B4-BE49-F238E27FC236}">
                  <a16:creationId xmlns:a16="http://schemas.microsoft.com/office/drawing/2014/main" id="{61F5FB4A-93A6-802F-3B3C-FD1F40686FD8}"/>
                </a:ext>
              </a:extLst>
            </p:cNvPr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>
            <a:extLst>
              <a:ext uri="{FF2B5EF4-FFF2-40B4-BE49-F238E27FC236}">
                <a16:creationId xmlns:a16="http://schemas.microsoft.com/office/drawing/2014/main" id="{DAB1827C-04EC-AE0F-FE77-1901926333AB}"/>
              </a:ext>
            </a:extLst>
          </p:cNvPr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>
              <a:extLst>
                <a:ext uri="{FF2B5EF4-FFF2-40B4-BE49-F238E27FC236}">
                  <a16:creationId xmlns:a16="http://schemas.microsoft.com/office/drawing/2014/main" id="{0008D5A0-EB94-AEC0-0D5B-4E7A7544D390}"/>
                </a:ext>
              </a:extLst>
            </p:cNvPr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>
              <a:extLst>
                <a:ext uri="{FF2B5EF4-FFF2-40B4-BE49-F238E27FC236}">
                  <a16:creationId xmlns:a16="http://schemas.microsoft.com/office/drawing/2014/main" id="{E647C747-D762-AA6C-46C3-2FD8BDD582A9}"/>
                </a:ext>
              </a:extLst>
            </p:cNvPr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>
              <a:extLst>
                <a:ext uri="{FF2B5EF4-FFF2-40B4-BE49-F238E27FC236}">
                  <a16:creationId xmlns:a16="http://schemas.microsoft.com/office/drawing/2014/main" id="{CA9797AE-4990-BC9B-9630-8D054D090FEF}"/>
                </a:ext>
              </a:extLst>
            </p:cNvPr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>
              <a:extLst>
                <a:ext uri="{FF2B5EF4-FFF2-40B4-BE49-F238E27FC236}">
                  <a16:creationId xmlns:a16="http://schemas.microsoft.com/office/drawing/2014/main" id="{FC5B40B5-EA92-93B7-9984-DEDAFEB7D8A3}"/>
                </a:ext>
              </a:extLst>
            </p:cNvPr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783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>
          <a:extLst>
            <a:ext uri="{FF2B5EF4-FFF2-40B4-BE49-F238E27FC236}">
              <a16:creationId xmlns:a16="http://schemas.microsoft.com/office/drawing/2014/main" id="{5A075283-C329-7603-2B45-87D251A6E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0C9270-4A1C-3974-958A-C55F3FE9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756" y="567230"/>
            <a:ext cx="7717500" cy="572700"/>
          </a:xfrm>
        </p:spPr>
        <p:txBody>
          <a:bodyPr/>
          <a:lstStyle/>
          <a:p>
            <a:r>
              <a:rPr lang="en-US" dirty="0"/>
              <a:t>Handover Mechanism</a:t>
            </a:r>
          </a:p>
        </p:txBody>
      </p:sp>
      <p:sp>
        <p:nvSpPr>
          <p:cNvPr id="9" name="Google Shape;1753;p40">
            <a:extLst>
              <a:ext uri="{FF2B5EF4-FFF2-40B4-BE49-F238E27FC236}">
                <a16:creationId xmlns:a16="http://schemas.microsoft.com/office/drawing/2014/main" id="{8F1A29F8-47EB-D75F-41A1-A46558746616}"/>
              </a:ext>
            </a:extLst>
          </p:cNvPr>
          <p:cNvSpPr/>
          <p:nvPr/>
        </p:nvSpPr>
        <p:spPr>
          <a:xfrm>
            <a:off x="830756" y="2144711"/>
            <a:ext cx="252300" cy="2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93FF5-A1A8-CE4D-A1AA-AD94E67B4186}"/>
              </a:ext>
            </a:extLst>
          </p:cNvPr>
          <p:cNvSpPr txBox="1"/>
          <p:nvPr/>
        </p:nvSpPr>
        <p:spPr>
          <a:xfrm>
            <a:off x="1199884" y="1403550"/>
            <a:ext cx="636955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Σκοπός: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Διαχείριση της σύνδεσης των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 τους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καθώς μετακινούνται.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Κριτήρια Επιλογής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Base Station: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Ισχύς Σήματος (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Signal Strength):</a:t>
            </a: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Υπολογίζεται μέσω της συνάρτησης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signal_power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Εξαρτάται από την απόσταση του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από τον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station.</a:t>
            </a: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Ελάχιστη Απόσταση: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Εάν η ισχύς σήματος είναι χαμηλή, επιλέγεται ο πλησιέστερος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station.</a:t>
            </a:r>
          </a:p>
        </p:txBody>
      </p:sp>
      <p:sp>
        <p:nvSpPr>
          <p:cNvPr id="5" name="Google Shape;1756;p40">
            <a:extLst>
              <a:ext uri="{FF2B5EF4-FFF2-40B4-BE49-F238E27FC236}">
                <a16:creationId xmlns:a16="http://schemas.microsoft.com/office/drawing/2014/main" id="{77CB2D14-E6CB-430B-DCEE-9DB11A66658D}"/>
              </a:ext>
            </a:extLst>
          </p:cNvPr>
          <p:cNvSpPr/>
          <p:nvPr/>
        </p:nvSpPr>
        <p:spPr>
          <a:xfrm>
            <a:off x="830756" y="3233331"/>
            <a:ext cx="252300" cy="252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70757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>
          <a:extLst>
            <a:ext uri="{FF2B5EF4-FFF2-40B4-BE49-F238E27FC236}">
              <a16:creationId xmlns:a16="http://schemas.microsoft.com/office/drawing/2014/main" id="{6FFAC76B-4CD2-4AEC-4864-3388773C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F362CC-D823-BBB4-5CDC-09A9C56E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756" y="764583"/>
            <a:ext cx="7717500" cy="572700"/>
          </a:xfrm>
        </p:spPr>
        <p:txBody>
          <a:bodyPr/>
          <a:lstStyle/>
          <a:p>
            <a:r>
              <a:rPr lang="en-US" dirty="0"/>
              <a:t>Handover Mechanism</a:t>
            </a:r>
          </a:p>
        </p:txBody>
      </p:sp>
      <p:sp>
        <p:nvSpPr>
          <p:cNvPr id="9" name="Google Shape;1753;p40">
            <a:extLst>
              <a:ext uri="{FF2B5EF4-FFF2-40B4-BE49-F238E27FC236}">
                <a16:creationId xmlns:a16="http://schemas.microsoft.com/office/drawing/2014/main" id="{4F5AA286-5E72-60CD-0AFF-A467B582A2FA}"/>
              </a:ext>
            </a:extLst>
          </p:cNvPr>
          <p:cNvSpPr/>
          <p:nvPr/>
        </p:nvSpPr>
        <p:spPr>
          <a:xfrm>
            <a:off x="1091384" y="1614059"/>
            <a:ext cx="252300" cy="2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8AD69-2C7E-8D76-E5DC-415879997DA4}"/>
              </a:ext>
            </a:extLst>
          </p:cNvPr>
          <p:cNvSpPr txBox="1"/>
          <p:nvPr/>
        </p:nvSpPr>
        <p:spPr>
          <a:xfrm>
            <a:off x="1387223" y="1614059"/>
            <a:ext cx="636955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Υπολογισμός Ισχύος Σήματος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Συνάρτηση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signal_power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base_station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container_position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Γραμμική μείωση της ισχύος με βάση την απόσταση.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Παράδειγμα: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Απόσταση: 20 μέτρα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Ισχύς Σήματος: 8/10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Κατώφλι Ισχύος Σήματος: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SIGNAL_THRESHOLD = 5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Αν το σήμα είναι κάτω από το κατώφλι, αναζητείται ο πλησιέστερος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station.</a:t>
            </a:r>
          </a:p>
        </p:txBody>
      </p:sp>
      <p:sp>
        <p:nvSpPr>
          <p:cNvPr id="5" name="Google Shape;1756;p40">
            <a:extLst>
              <a:ext uri="{FF2B5EF4-FFF2-40B4-BE49-F238E27FC236}">
                <a16:creationId xmlns:a16="http://schemas.microsoft.com/office/drawing/2014/main" id="{AA48908B-512E-6F5C-79C4-4E3504D42936}"/>
              </a:ext>
            </a:extLst>
          </p:cNvPr>
          <p:cNvSpPr/>
          <p:nvPr/>
        </p:nvSpPr>
        <p:spPr>
          <a:xfrm>
            <a:off x="1047844" y="3100565"/>
            <a:ext cx="252300" cy="252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107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3BD3C26-0461-5AF0-2FAC-46A7E345ADE9}"/>
              </a:ext>
            </a:extLst>
          </p:cNvPr>
          <p:cNvSpPr txBox="1">
            <a:spLocks/>
          </p:cNvSpPr>
          <p:nvPr/>
        </p:nvSpPr>
        <p:spPr>
          <a:xfrm>
            <a:off x="830756" y="764583"/>
            <a:ext cx="77175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pic>
        <p:nvPicPr>
          <p:cNvPr id="5" name="Picture 4" descr="A diagram of a cellular network&#10;&#10;Description automatically generated">
            <a:extLst>
              <a:ext uri="{FF2B5EF4-FFF2-40B4-BE49-F238E27FC236}">
                <a16:creationId xmlns:a16="http://schemas.microsoft.com/office/drawing/2014/main" id="{D29BF7E8-F983-D186-9A8C-CA0756F33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027" y="927601"/>
            <a:ext cx="7209945" cy="3807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292CBF-2219-0810-7F97-E1D8DCD3A201}"/>
              </a:ext>
            </a:extLst>
          </p:cNvPr>
          <p:cNvSpPr txBox="1"/>
          <p:nvPr/>
        </p:nvSpPr>
        <p:spPr>
          <a:xfrm>
            <a:off x="1897872" y="373603"/>
            <a:ext cx="57725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lbert Sans"/>
                <a:sym typeface="Albert Sans"/>
              </a:rPr>
              <a:t>Compare Positions with signal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3260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1EFB-F90E-D2F1-92BC-71E34A83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1" y="1668610"/>
            <a:ext cx="2293113" cy="1239049"/>
          </a:xfrm>
        </p:spPr>
        <p:txBody>
          <a:bodyPr/>
          <a:lstStyle/>
          <a:p>
            <a:pPr algn="ctr"/>
            <a:r>
              <a:rPr lang="en-US" sz="2400" dirty="0"/>
              <a:t>Compare signal by position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53E5518C-840E-DB9F-7DC3-6211BD7A5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906" y="474814"/>
            <a:ext cx="4949324" cy="419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74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>
          <a:extLst>
            <a:ext uri="{FF2B5EF4-FFF2-40B4-BE49-F238E27FC236}">
              <a16:creationId xmlns:a16="http://schemas.microsoft.com/office/drawing/2014/main" id="{9A9DA40A-9642-0F1A-9E9E-2DDD159F9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753;p40">
            <a:extLst>
              <a:ext uri="{FF2B5EF4-FFF2-40B4-BE49-F238E27FC236}">
                <a16:creationId xmlns:a16="http://schemas.microsoft.com/office/drawing/2014/main" id="{836C0CB5-3CCA-067D-8150-A9A768D4BDA6}"/>
              </a:ext>
            </a:extLst>
          </p:cNvPr>
          <p:cNvSpPr/>
          <p:nvPr/>
        </p:nvSpPr>
        <p:spPr>
          <a:xfrm>
            <a:off x="897307" y="309935"/>
            <a:ext cx="599269" cy="56997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750DFA-CD04-2573-98CE-0F3EEA8B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941" y="395489"/>
            <a:ext cx="7717500" cy="572700"/>
          </a:xfrm>
        </p:spPr>
        <p:txBody>
          <a:bodyPr/>
          <a:lstStyle/>
          <a:p>
            <a:r>
              <a:rPr lang="en-US" dirty="0"/>
              <a:t>Base Station Overload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B6BEAD-0252-E754-0411-B4EE11ABB19B}"/>
              </a:ext>
            </a:extLst>
          </p:cNvPr>
          <p:cNvSpPr txBox="1"/>
          <p:nvPr/>
        </p:nvSpPr>
        <p:spPr>
          <a:xfrm>
            <a:off x="1196941" y="1116492"/>
            <a:ext cx="68105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Έλεγχος Υπερχείλισης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Bandwidth: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Κάθε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έχει μέγιστο διαθέσιμο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bandwidth (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π.χ., 60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MB/s).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Αν το χρησιμοποιούμενο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bandwidth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υπερβαίνει το μέγιστο, πρέπει να μετακινηθούν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Στρατηγική Μετακίνησης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Containers: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Εντοπίζουμε το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 το μεγαλύτερο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bandwidth.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Αναζητούμε άλλον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 διαθέσιμο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bandwidth.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Εφαρμόζουμε το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cooldown mechanism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αποφυγή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ping-pong.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Handover Failures: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Αν δεν υπάρχει διαθέσιμος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station,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το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παραμένει και καταγράφεται αποτυχία.</a:t>
            </a:r>
          </a:p>
        </p:txBody>
      </p:sp>
    </p:spTree>
    <p:extLst>
      <p:ext uri="{BB962C8B-B14F-4D97-AF65-F5344CB8AC3E}">
        <p14:creationId xmlns:p14="http://schemas.microsoft.com/office/powerpoint/2010/main" val="40238556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>
          <a:extLst>
            <a:ext uri="{FF2B5EF4-FFF2-40B4-BE49-F238E27FC236}">
              <a16:creationId xmlns:a16="http://schemas.microsoft.com/office/drawing/2014/main" id="{9315193D-A7CB-891E-E42C-3E55A2AE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753;p40">
            <a:extLst>
              <a:ext uri="{FF2B5EF4-FFF2-40B4-BE49-F238E27FC236}">
                <a16:creationId xmlns:a16="http://schemas.microsoft.com/office/drawing/2014/main" id="{695A5DE9-A7C1-2CE2-1A60-06167E4FDD65}"/>
              </a:ext>
            </a:extLst>
          </p:cNvPr>
          <p:cNvSpPr/>
          <p:nvPr/>
        </p:nvSpPr>
        <p:spPr>
          <a:xfrm>
            <a:off x="1080187" y="594404"/>
            <a:ext cx="599269" cy="569976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64A8B3-F83D-ADBE-0906-194A7893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821" y="594404"/>
            <a:ext cx="7717500" cy="572700"/>
          </a:xfrm>
        </p:spPr>
        <p:txBody>
          <a:bodyPr/>
          <a:lstStyle/>
          <a:p>
            <a:r>
              <a:rPr lang="en-US" dirty="0"/>
              <a:t>Ping-Pong Handover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932ECA-F336-DB43-4F1E-D17F3ACA3345}"/>
              </a:ext>
            </a:extLst>
          </p:cNvPr>
          <p:cNvSpPr txBox="1"/>
          <p:nvPr/>
        </p:nvSpPr>
        <p:spPr>
          <a:xfrm>
            <a:off x="1379820" y="1386951"/>
            <a:ext cx="56559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Προβλήματα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Ping-Pong Handover: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Συνεχής εναλλαγή μεταξύ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λόγω </a:t>
            </a:r>
            <a:r>
              <a:rPr lang="el-G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τοποθεσ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ί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ας.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Προκαλείται από μετακινήσεις των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containers </a:t>
            </a:r>
            <a:r>
              <a:rPr lang="el-G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μετ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ά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 από υπερχείλιση των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base_stations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Λύση -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Cooldown Mechanism: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Εισαγωγή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cooldown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περιόδου μετά από κάθε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handover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 το οποίο συμβαίνει λόγω υπέρβασης του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max_bandwidth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του σταθμού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lvl="1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Τα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δεν μπορούν να αλλάξουν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10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iterations.</a:t>
            </a:r>
          </a:p>
          <a:p>
            <a:pPr marL="457200" lvl="1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Ελαχιστοποίηση των περιττών αλλαγών και σταθερότητα στο δίκτυο.</a:t>
            </a:r>
          </a:p>
        </p:txBody>
      </p:sp>
    </p:spTree>
    <p:extLst>
      <p:ext uri="{BB962C8B-B14F-4D97-AF65-F5344CB8AC3E}">
        <p14:creationId xmlns:p14="http://schemas.microsoft.com/office/powerpoint/2010/main" val="37507209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>
          <a:extLst>
            <a:ext uri="{FF2B5EF4-FFF2-40B4-BE49-F238E27FC236}">
              <a16:creationId xmlns:a16="http://schemas.microsoft.com/office/drawing/2014/main" id="{F75DB40A-F60B-585B-0F87-3561104F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>
            <a:extLst>
              <a:ext uri="{FF2B5EF4-FFF2-40B4-BE49-F238E27FC236}">
                <a16:creationId xmlns:a16="http://schemas.microsoft.com/office/drawing/2014/main" id="{0B03FDF7-7B60-2359-40E6-45E8B9B727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3100" y="3191398"/>
            <a:ext cx="6217800" cy="8460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Bandwidth Calculation</a:t>
            </a:r>
          </a:p>
        </p:txBody>
      </p:sp>
      <p:sp>
        <p:nvSpPr>
          <p:cNvPr id="1505" name="Google Shape;1505;p31">
            <a:extLst>
              <a:ext uri="{FF2B5EF4-FFF2-40B4-BE49-F238E27FC236}">
                <a16:creationId xmlns:a16="http://schemas.microsoft.com/office/drawing/2014/main" id="{C121F1CC-E28E-2732-920E-D65A87B3A12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5950" y="1174335"/>
            <a:ext cx="1652100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1507" name="Google Shape;1507;p31">
            <a:extLst>
              <a:ext uri="{FF2B5EF4-FFF2-40B4-BE49-F238E27FC236}">
                <a16:creationId xmlns:a16="http://schemas.microsoft.com/office/drawing/2014/main" id="{5FFF7F4E-3138-9411-D5E8-C4992B2A588B}"/>
              </a:ext>
            </a:extLst>
          </p:cNvPr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>
              <a:extLst>
                <a:ext uri="{FF2B5EF4-FFF2-40B4-BE49-F238E27FC236}">
                  <a16:creationId xmlns:a16="http://schemas.microsoft.com/office/drawing/2014/main" id="{88053819-91FB-CF48-45A8-8E8DC4982BC1}"/>
                </a:ext>
              </a:extLst>
            </p:cNvPr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>
              <a:extLst>
                <a:ext uri="{FF2B5EF4-FFF2-40B4-BE49-F238E27FC236}">
                  <a16:creationId xmlns:a16="http://schemas.microsoft.com/office/drawing/2014/main" id="{BA546F9A-3291-AA7D-A194-5912078B2795}"/>
                </a:ext>
              </a:extLst>
            </p:cNvPr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>
              <a:extLst>
                <a:ext uri="{FF2B5EF4-FFF2-40B4-BE49-F238E27FC236}">
                  <a16:creationId xmlns:a16="http://schemas.microsoft.com/office/drawing/2014/main" id="{AE6728FA-ECFD-79D6-9465-FE537DD4D45A}"/>
                </a:ext>
              </a:extLst>
            </p:cNvPr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>
            <a:extLst>
              <a:ext uri="{FF2B5EF4-FFF2-40B4-BE49-F238E27FC236}">
                <a16:creationId xmlns:a16="http://schemas.microsoft.com/office/drawing/2014/main" id="{E13BE1D3-4CAC-03FF-EA66-8BD198860962}"/>
              </a:ext>
            </a:extLst>
          </p:cNvPr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>
              <a:extLst>
                <a:ext uri="{FF2B5EF4-FFF2-40B4-BE49-F238E27FC236}">
                  <a16:creationId xmlns:a16="http://schemas.microsoft.com/office/drawing/2014/main" id="{3BD7752D-32E9-A080-901A-E753C198C78F}"/>
                </a:ext>
              </a:extLst>
            </p:cNvPr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>
              <a:extLst>
                <a:ext uri="{FF2B5EF4-FFF2-40B4-BE49-F238E27FC236}">
                  <a16:creationId xmlns:a16="http://schemas.microsoft.com/office/drawing/2014/main" id="{608AAD36-39FC-780E-7D48-438A9B1049B6}"/>
                </a:ext>
              </a:extLst>
            </p:cNvPr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>
              <a:extLst>
                <a:ext uri="{FF2B5EF4-FFF2-40B4-BE49-F238E27FC236}">
                  <a16:creationId xmlns:a16="http://schemas.microsoft.com/office/drawing/2014/main" id="{478F6E07-DC59-E135-FF96-3674F95FF34E}"/>
                </a:ext>
              </a:extLst>
            </p:cNvPr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>
              <a:extLst>
                <a:ext uri="{FF2B5EF4-FFF2-40B4-BE49-F238E27FC236}">
                  <a16:creationId xmlns:a16="http://schemas.microsoft.com/office/drawing/2014/main" id="{D5F30B92-2721-6EFB-AB48-ECACBCF13F18}"/>
                </a:ext>
              </a:extLst>
            </p:cNvPr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86525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>
          <a:extLst>
            <a:ext uri="{FF2B5EF4-FFF2-40B4-BE49-F238E27FC236}">
              <a16:creationId xmlns:a16="http://schemas.microsoft.com/office/drawing/2014/main" id="{D9505BE8-ED5A-F946-4ECD-E8EC9E10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753;p40">
            <a:extLst>
              <a:ext uri="{FF2B5EF4-FFF2-40B4-BE49-F238E27FC236}">
                <a16:creationId xmlns:a16="http://schemas.microsoft.com/office/drawing/2014/main" id="{7F46C9F2-65F4-11FC-D5C5-C43B62EFE584}"/>
              </a:ext>
            </a:extLst>
          </p:cNvPr>
          <p:cNvSpPr/>
          <p:nvPr/>
        </p:nvSpPr>
        <p:spPr>
          <a:xfrm>
            <a:off x="772398" y="630342"/>
            <a:ext cx="599269" cy="5699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E73920-FFF7-9434-41B1-75BCBFFB1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033" y="672452"/>
            <a:ext cx="4263333" cy="572700"/>
          </a:xfrm>
        </p:spPr>
        <p:txBody>
          <a:bodyPr/>
          <a:lstStyle/>
          <a:p>
            <a:r>
              <a:rPr lang="en-US" dirty="0"/>
              <a:t>Bandwidth Calculation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70A953-23BB-DE90-BB08-A49EE7B97384}"/>
              </a:ext>
            </a:extLst>
          </p:cNvPr>
          <p:cNvSpPr txBox="1"/>
          <p:nvPr/>
        </p:nvSpPr>
        <p:spPr>
          <a:xfrm>
            <a:off x="896496" y="1640550"/>
            <a:ext cx="27937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Τι είναι το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Bandwidth: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Ο ρυθμός μεταφοράς δεδομένων μέσω του δικτύου.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Μετριέται σε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MB/s (Megabytes per second).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Συλλογή Δεδομένων: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Διαβάζουμε τα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tx_bytes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rx_bytes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από το /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sys/class/net/eth0/statistics/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μέσα στο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container.</a:t>
            </a:r>
          </a:p>
          <a:p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64C25424-B297-4F1F-B11E-1DC07B8E0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2" r="22198"/>
          <a:stretch/>
        </p:blipFill>
        <p:spPr>
          <a:xfrm>
            <a:off x="4114131" y="2096321"/>
            <a:ext cx="4231344" cy="16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545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>
          <a:extLst>
            <a:ext uri="{FF2B5EF4-FFF2-40B4-BE49-F238E27FC236}">
              <a16:creationId xmlns:a16="http://schemas.microsoft.com/office/drawing/2014/main" id="{F23FC0C1-4535-A1B1-69A3-5A467DEB0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753;p40">
            <a:extLst>
              <a:ext uri="{FF2B5EF4-FFF2-40B4-BE49-F238E27FC236}">
                <a16:creationId xmlns:a16="http://schemas.microsoft.com/office/drawing/2014/main" id="{454EE771-5B68-2B85-48DB-FB38C7AE8F71}"/>
              </a:ext>
            </a:extLst>
          </p:cNvPr>
          <p:cNvSpPr/>
          <p:nvPr/>
        </p:nvSpPr>
        <p:spPr>
          <a:xfrm>
            <a:off x="6268562" y="476852"/>
            <a:ext cx="599269" cy="5699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4FB05F-656D-196E-917B-BD9BDB12B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333" y="404663"/>
            <a:ext cx="4263333" cy="572700"/>
          </a:xfrm>
        </p:spPr>
        <p:txBody>
          <a:bodyPr/>
          <a:lstStyle/>
          <a:p>
            <a:r>
              <a:rPr lang="en-US" dirty="0"/>
              <a:t>Bandwidth Calculation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D96F6-9053-DE71-7154-EB4F5560E863}"/>
              </a:ext>
            </a:extLst>
          </p:cNvPr>
          <p:cNvSpPr txBox="1"/>
          <p:nvPr/>
        </p:nvSpPr>
        <p:spPr>
          <a:xfrm>
            <a:off x="706270" y="1153543"/>
            <a:ext cx="314727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Σε κάθε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interval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1 δευτερόλεπτο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η συνάρτηση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monitor_bandwidth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εκτελείται.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Για κάθε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container:</a:t>
            </a: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Εξαγωγή </a:t>
            </a:r>
            <a:r>
              <a:rPr lang="el-G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τρέχοντων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TX/RX bytes.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Υπολογισμός διαφοράς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bytes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από την προηγούμενη μέτρηση.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Μετατροπή σε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MB/s.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Ενημέρωση των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last_tx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last_rx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Άθροιση του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TX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RX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το συνολικό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bandwidth.</a:t>
            </a:r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8741379C-36D3-9E47-7564-7EEE28E87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852" y="1627812"/>
            <a:ext cx="4620878" cy="236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23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>
          <a:extLst>
            <a:ext uri="{FF2B5EF4-FFF2-40B4-BE49-F238E27FC236}">
              <a16:creationId xmlns:a16="http://schemas.microsoft.com/office/drawing/2014/main" id="{472AF380-E464-0105-AD9C-5A19DEDB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>
            <a:extLst>
              <a:ext uri="{FF2B5EF4-FFF2-40B4-BE49-F238E27FC236}">
                <a16:creationId xmlns:a16="http://schemas.microsoft.com/office/drawing/2014/main" id="{4EF94D7F-8FE9-D9A3-8BCC-F6736B2402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3100" y="2951232"/>
            <a:ext cx="6217800" cy="8460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Conclusions</a:t>
            </a:r>
          </a:p>
        </p:txBody>
      </p:sp>
      <p:sp>
        <p:nvSpPr>
          <p:cNvPr id="1505" name="Google Shape;1505;p31">
            <a:extLst>
              <a:ext uri="{FF2B5EF4-FFF2-40B4-BE49-F238E27FC236}">
                <a16:creationId xmlns:a16="http://schemas.microsoft.com/office/drawing/2014/main" id="{71D79814-87F7-1025-8828-16454A20DD4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45950" y="1174335"/>
            <a:ext cx="1652100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1507" name="Google Shape;1507;p31">
            <a:extLst>
              <a:ext uri="{FF2B5EF4-FFF2-40B4-BE49-F238E27FC236}">
                <a16:creationId xmlns:a16="http://schemas.microsoft.com/office/drawing/2014/main" id="{B794B6EF-0098-BA0C-5195-568331BB81A4}"/>
              </a:ext>
            </a:extLst>
          </p:cNvPr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>
              <a:extLst>
                <a:ext uri="{FF2B5EF4-FFF2-40B4-BE49-F238E27FC236}">
                  <a16:creationId xmlns:a16="http://schemas.microsoft.com/office/drawing/2014/main" id="{1818F6EF-1629-C03C-2AE2-A45B9FA8396E}"/>
                </a:ext>
              </a:extLst>
            </p:cNvPr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>
              <a:extLst>
                <a:ext uri="{FF2B5EF4-FFF2-40B4-BE49-F238E27FC236}">
                  <a16:creationId xmlns:a16="http://schemas.microsoft.com/office/drawing/2014/main" id="{B4651904-CC2B-DC5E-3DD6-D08A69FFF852}"/>
                </a:ext>
              </a:extLst>
            </p:cNvPr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>
              <a:extLst>
                <a:ext uri="{FF2B5EF4-FFF2-40B4-BE49-F238E27FC236}">
                  <a16:creationId xmlns:a16="http://schemas.microsoft.com/office/drawing/2014/main" id="{D588BF3D-FCB7-98B5-0D47-DD4A15323811}"/>
                </a:ext>
              </a:extLst>
            </p:cNvPr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>
            <a:extLst>
              <a:ext uri="{FF2B5EF4-FFF2-40B4-BE49-F238E27FC236}">
                <a16:creationId xmlns:a16="http://schemas.microsoft.com/office/drawing/2014/main" id="{45D690A8-1012-72A7-58A3-C1F06100219A}"/>
              </a:ext>
            </a:extLst>
          </p:cNvPr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>
              <a:extLst>
                <a:ext uri="{FF2B5EF4-FFF2-40B4-BE49-F238E27FC236}">
                  <a16:creationId xmlns:a16="http://schemas.microsoft.com/office/drawing/2014/main" id="{06D645A1-C8AF-1627-76F3-4A91913607EA}"/>
                </a:ext>
              </a:extLst>
            </p:cNvPr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>
              <a:extLst>
                <a:ext uri="{FF2B5EF4-FFF2-40B4-BE49-F238E27FC236}">
                  <a16:creationId xmlns:a16="http://schemas.microsoft.com/office/drawing/2014/main" id="{F2BEB409-5499-9393-FB0F-8D956F48AA03}"/>
                </a:ext>
              </a:extLst>
            </p:cNvPr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>
              <a:extLst>
                <a:ext uri="{FF2B5EF4-FFF2-40B4-BE49-F238E27FC236}">
                  <a16:creationId xmlns:a16="http://schemas.microsoft.com/office/drawing/2014/main" id="{1A965BCE-E6AB-4B1E-EF37-F0699DD1BB66}"/>
                </a:ext>
              </a:extLst>
            </p:cNvPr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>
              <a:extLst>
                <a:ext uri="{FF2B5EF4-FFF2-40B4-BE49-F238E27FC236}">
                  <a16:creationId xmlns:a16="http://schemas.microsoft.com/office/drawing/2014/main" id="{EE9EC7CB-2179-1541-A9CC-1E7B0A87ECD3}"/>
                </a:ext>
              </a:extLst>
            </p:cNvPr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8252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45"/>
          <p:cNvSpPr txBox="1">
            <a:spLocks noGrp="1"/>
          </p:cNvSpPr>
          <p:nvPr>
            <p:ph type="title"/>
          </p:nvPr>
        </p:nvSpPr>
        <p:spPr>
          <a:xfrm>
            <a:off x="720000" y="5131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846F9C-165B-88E0-E2EA-2EF2C60884B5}"/>
              </a:ext>
            </a:extLst>
          </p:cNvPr>
          <p:cNvSpPr txBox="1"/>
          <p:nvPr/>
        </p:nvSpPr>
        <p:spPr>
          <a:xfrm>
            <a:off x="790303" y="1296980"/>
            <a:ext cx="75633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Κύρια Επιτεύγματα: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Επιτυχής Προσομοίωση Κυκλοφορίας: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Υλοποίηση και ανάλυση διαφορετικών τύπων κυκλοφορίας (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Gaming, Streaming, Multicast Video)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μέσω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Docker.</a:t>
            </a: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Αποτελεσματικός Μηχανισμός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Handover:</a:t>
            </a: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Διαχείριση σύνδεσης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containers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βασιζόμενη στην ισχύ σήματος και το φόρτο του σταθμού.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Εφαρμογή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cooldown mechanism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για αποφυγή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ping-pong handover.</a:t>
            </a: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Βασικά Μαθήματα: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Σημασία του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Load Balancing:</a:t>
            </a: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Η ορθή κατανομή του φόρτου μεταξύ των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base stations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είναι κρίσιμη για την απόδοση του δικτύου.</a:t>
            </a: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b="1" dirty="0">
                <a:latin typeface="Calibri" panose="020F0502020204030204" pitchFamily="34" charset="0"/>
                <a:cs typeface="Calibri" panose="020F0502020204030204" pitchFamily="34" charset="0"/>
              </a:rPr>
              <a:t>Αποφυγή Συχνών Αλλαγών Σταθμών: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Το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cooldown mechanism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μειώνει τις περιττές αλλαγές, διασφαλίζοντας σταθερότητα στη σύνδεση.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>
          <a:extLst>
            <a:ext uri="{FF2B5EF4-FFF2-40B4-BE49-F238E27FC236}">
              <a16:creationId xmlns:a16="http://schemas.microsoft.com/office/drawing/2014/main" id="{B940C82E-C0C1-7578-2E6A-EBD55EC59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31">
            <a:extLst>
              <a:ext uri="{FF2B5EF4-FFF2-40B4-BE49-F238E27FC236}">
                <a16:creationId xmlns:a16="http://schemas.microsoft.com/office/drawing/2014/main" id="{381BE988-117B-7E85-48D0-3BB326351A6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108106" y="2007300"/>
            <a:ext cx="4927787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 !</a:t>
            </a:r>
            <a:endParaRPr dirty="0"/>
          </a:p>
        </p:txBody>
      </p:sp>
      <p:grpSp>
        <p:nvGrpSpPr>
          <p:cNvPr id="1507" name="Google Shape;1507;p31">
            <a:extLst>
              <a:ext uri="{FF2B5EF4-FFF2-40B4-BE49-F238E27FC236}">
                <a16:creationId xmlns:a16="http://schemas.microsoft.com/office/drawing/2014/main" id="{20FBB925-9DA0-A025-A289-FF6D8ED12279}"/>
              </a:ext>
            </a:extLst>
          </p:cNvPr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>
              <a:extLst>
                <a:ext uri="{FF2B5EF4-FFF2-40B4-BE49-F238E27FC236}">
                  <a16:creationId xmlns:a16="http://schemas.microsoft.com/office/drawing/2014/main" id="{C58E0062-9A92-F4F7-79EF-1BBAD33351B8}"/>
                </a:ext>
              </a:extLst>
            </p:cNvPr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>
              <a:extLst>
                <a:ext uri="{FF2B5EF4-FFF2-40B4-BE49-F238E27FC236}">
                  <a16:creationId xmlns:a16="http://schemas.microsoft.com/office/drawing/2014/main" id="{8C011B39-1EF4-8CB3-0638-19F43A5EAC84}"/>
                </a:ext>
              </a:extLst>
            </p:cNvPr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>
              <a:extLst>
                <a:ext uri="{FF2B5EF4-FFF2-40B4-BE49-F238E27FC236}">
                  <a16:creationId xmlns:a16="http://schemas.microsoft.com/office/drawing/2014/main" id="{76CFE621-11CA-9EEA-DE25-F20AEE26D0FF}"/>
                </a:ext>
              </a:extLst>
            </p:cNvPr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>
            <a:extLst>
              <a:ext uri="{FF2B5EF4-FFF2-40B4-BE49-F238E27FC236}">
                <a16:creationId xmlns:a16="http://schemas.microsoft.com/office/drawing/2014/main" id="{A1BE9C94-8C1F-8BC9-9562-0A7A151C68E3}"/>
              </a:ext>
            </a:extLst>
          </p:cNvPr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>
              <a:extLst>
                <a:ext uri="{FF2B5EF4-FFF2-40B4-BE49-F238E27FC236}">
                  <a16:creationId xmlns:a16="http://schemas.microsoft.com/office/drawing/2014/main" id="{BFE90396-E1A3-F0DD-8010-8238BDB43E95}"/>
                </a:ext>
              </a:extLst>
            </p:cNvPr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>
              <a:extLst>
                <a:ext uri="{FF2B5EF4-FFF2-40B4-BE49-F238E27FC236}">
                  <a16:creationId xmlns:a16="http://schemas.microsoft.com/office/drawing/2014/main" id="{65719F64-DE3C-9972-75E5-AA5263509B94}"/>
                </a:ext>
              </a:extLst>
            </p:cNvPr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>
              <a:extLst>
                <a:ext uri="{FF2B5EF4-FFF2-40B4-BE49-F238E27FC236}">
                  <a16:creationId xmlns:a16="http://schemas.microsoft.com/office/drawing/2014/main" id="{160C5A51-844D-0FD0-BB24-F72F53D1D28C}"/>
                </a:ext>
              </a:extLst>
            </p:cNvPr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>
              <a:extLst>
                <a:ext uri="{FF2B5EF4-FFF2-40B4-BE49-F238E27FC236}">
                  <a16:creationId xmlns:a16="http://schemas.microsoft.com/office/drawing/2014/main" id="{89841E46-48B8-AAA2-F4A2-7DC23AF7FEE1}"/>
                </a:ext>
              </a:extLst>
            </p:cNvPr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69236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200</TotalTime>
  <Words>1031</Words>
  <Application>Microsoft Macintosh PowerPoint</Application>
  <PresentationFormat>On-screen Show (16:9)</PresentationFormat>
  <Paragraphs>222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Lato</vt:lpstr>
      <vt:lpstr>Albert Sans</vt:lpstr>
      <vt:lpstr>Nunito Light</vt:lpstr>
      <vt:lpstr>DM Sans</vt:lpstr>
      <vt:lpstr>Calibri</vt:lpstr>
      <vt:lpstr>Mulish</vt:lpstr>
      <vt:lpstr>Discrete Mathematics: Graph Theory and Networks - 12th Grade by Slidesgo</vt:lpstr>
      <vt:lpstr>   ΒΑΣΙΚΕΣ ΑΡΧΕΣ ΔΙΚΤΥΩΝ ΚΙΝΗΤΩΝ ΕΠΙΚΟΙΝΩΝΙΩΝ</vt:lpstr>
      <vt:lpstr>Generate Traffic</vt:lpstr>
      <vt:lpstr>Introduction</vt:lpstr>
      <vt:lpstr>Gaming Traffic </vt:lpstr>
      <vt:lpstr>Gaming Containers </vt:lpstr>
      <vt:lpstr>Gaming Server </vt:lpstr>
      <vt:lpstr>Streaming Traffic </vt:lpstr>
      <vt:lpstr>Streaming Traffic </vt:lpstr>
      <vt:lpstr>UDP Multicast Video Streaming</vt:lpstr>
      <vt:lpstr>Initialize Env</vt:lpstr>
      <vt:lpstr>Initialize Environment</vt:lpstr>
      <vt:lpstr>Initialize Environment</vt:lpstr>
      <vt:lpstr>PowerPoint Presentation</vt:lpstr>
      <vt:lpstr>Handover Mechanism</vt:lpstr>
      <vt:lpstr>Handover Mechanism</vt:lpstr>
      <vt:lpstr>Handover Mechanism</vt:lpstr>
      <vt:lpstr>PowerPoint Presentation</vt:lpstr>
      <vt:lpstr>Compare signal by position</vt:lpstr>
      <vt:lpstr>Base Station Overload</vt:lpstr>
      <vt:lpstr>Ping-Pong Handover</vt:lpstr>
      <vt:lpstr>Bandwidth Calculation</vt:lpstr>
      <vt:lpstr>Bandwidth Calculation</vt:lpstr>
      <vt:lpstr>Bandwidth Calculation</vt:lpstr>
      <vt:lpstr>Conclusions</vt:lpstr>
      <vt:lpstr>Conclusions</vt:lpstr>
      <vt:lpstr>Thanks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Charalampos Giannelis</cp:lastModifiedBy>
  <cp:revision>77</cp:revision>
  <dcterms:modified xsi:type="dcterms:W3CDTF">2024-12-22T16:20:23Z</dcterms:modified>
  <cp:category/>
</cp:coreProperties>
</file>